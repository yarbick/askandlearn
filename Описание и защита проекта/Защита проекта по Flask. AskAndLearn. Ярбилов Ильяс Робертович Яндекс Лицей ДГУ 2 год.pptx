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9" r:id="rId1"/>
    <p:sldMasterId id="2147484145" r:id="rId2"/>
  </p:sldMasterIdLst>
  <p:notesMasterIdLst>
    <p:notesMasterId r:id="rId37"/>
  </p:notesMasterIdLst>
  <p:sldIdLst>
    <p:sldId id="256" r:id="rId3"/>
    <p:sldId id="257" r:id="rId4"/>
    <p:sldId id="259" r:id="rId5"/>
    <p:sldId id="258" r:id="rId6"/>
    <p:sldId id="260" r:id="rId7"/>
    <p:sldId id="261" r:id="rId8"/>
    <p:sldId id="263" r:id="rId9"/>
    <p:sldId id="262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7E"/>
    <a:srgbClr val="9CBEBD"/>
    <a:srgbClr val="2C281F"/>
    <a:srgbClr val="2E2B21"/>
    <a:srgbClr val="484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226" autoAdjust="0"/>
  </p:normalViewPr>
  <p:slideViewPr>
    <p:cSldViewPr snapToGrid="0">
      <p:cViewPr varScale="1">
        <p:scale>
          <a:sx n="82" d="100"/>
          <a:sy n="82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E00212-DAFA-4269-864D-7EBED4CCCFF1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DE70CFC-6BA4-4B4F-9D8E-FF9AD3DEE279}">
      <dgm:prSet phldrT="[Текст]"/>
      <dgm:spPr>
        <a:solidFill>
          <a:srgbClr val="2E2B21"/>
        </a:solidFill>
        <a:ln>
          <a:noFill/>
        </a:ln>
      </dgm:spPr>
      <dgm:t>
        <a:bodyPr/>
        <a:lstStyle/>
        <a:p>
          <a:r>
            <a:rPr lang="ru-RU" dirty="0">
              <a:solidFill>
                <a:schemeClr val="bg1"/>
              </a:solidFill>
              <a:latin typeface="Bahnschrift" panose="020B0502040204020203" pitchFamily="34" charset="0"/>
            </a:rPr>
            <a:t>Фреймворки</a:t>
          </a:r>
        </a:p>
      </dgm:t>
    </dgm:pt>
    <dgm:pt modelId="{05972FDC-D72A-462A-A332-5D8DAB702C8D}" type="parTrans" cxnId="{F07C8D73-BD16-471D-96D0-C94C2DD0502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836B389-2879-491C-80DF-F38B248C3454}" type="sibTrans" cxnId="{F07C8D73-BD16-471D-96D0-C94C2DD05027}">
      <dgm:prSet/>
      <dgm:spPr/>
      <dgm:t>
        <a:bodyPr/>
        <a:lstStyle/>
        <a:p>
          <a:endParaRPr lang="ru-RU" dirty="0">
            <a:latin typeface="Bahnschrift" panose="020B0502040204020203" pitchFamily="34" charset="0"/>
          </a:endParaRPr>
        </a:p>
      </dgm:t>
    </dgm:pt>
    <dgm:pt modelId="{D4A4AF91-766D-4D8B-9C32-9AE4FB6A5080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Flask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D3144BF7-024C-4555-A7E9-7EA72D322EC2}" type="parTrans" cxnId="{85EB952D-6F0B-4EAB-982F-F5B04C5074F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6AA2AF3-C18E-44DA-A078-38FCF3BCBCD4}" type="sibTrans" cxnId="{85EB952D-6F0B-4EAB-982F-F5B04C5074FD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Backend</a:t>
          </a:r>
          <a:endParaRPr lang="ru-RU" dirty="0">
            <a:latin typeface="Bahnschrift" panose="020B0502040204020203" pitchFamily="34" charset="0"/>
          </a:endParaRPr>
        </a:p>
      </dgm:t>
    </dgm:pt>
    <dgm:pt modelId="{4AEEDA21-F9CB-4732-926C-D8EE74BC8A8E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Bootstrap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EF0B8A07-8D7A-4251-898E-F1F4C1059F7B}" type="parTrans" cxnId="{B8CA32DD-F10A-4FB9-87B1-73E8D951FF3C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568E275-C4BE-45C7-94BB-6873B85763D8}" type="sibTrans" cxnId="{B8CA32DD-F10A-4FB9-87B1-73E8D951FF3C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Frontend</a:t>
          </a:r>
          <a:endParaRPr lang="ru-RU" dirty="0">
            <a:latin typeface="Bahnschrift" panose="020B0502040204020203" pitchFamily="34" charset="0"/>
          </a:endParaRPr>
        </a:p>
      </dgm:t>
    </dgm:pt>
    <dgm:pt modelId="{2E6C66BC-C7B8-4C6E-93E5-8734FB4934AE}" type="pres">
      <dgm:prSet presAssocID="{52E00212-DAFA-4269-864D-7EBED4CCCFF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111C19F-5BB3-4BFC-9D6A-FBED512FBF5A}" type="pres">
      <dgm:prSet presAssocID="{2DE70CFC-6BA4-4B4F-9D8E-FF9AD3DEE279}" presName="hierRoot1" presStyleCnt="0">
        <dgm:presLayoutVars>
          <dgm:hierBranch val="init"/>
        </dgm:presLayoutVars>
      </dgm:prSet>
      <dgm:spPr/>
    </dgm:pt>
    <dgm:pt modelId="{252495B0-21C1-4B34-87A2-E078F8FBBE1F}" type="pres">
      <dgm:prSet presAssocID="{2DE70CFC-6BA4-4B4F-9D8E-FF9AD3DEE279}" presName="rootComposite1" presStyleCnt="0"/>
      <dgm:spPr/>
    </dgm:pt>
    <dgm:pt modelId="{66420941-5A81-4735-BD05-1C93D34A5F34}" type="pres">
      <dgm:prSet presAssocID="{2DE70CFC-6BA4-4B4F-9D8E-FF9AD3DEE279}" presName="rootText1" presStyleLbl="node0" presStyleIdx="0" presStyleCnt="1">
        <dgm:presLayoutVars>
          <dgm:chMax/>
          <dgm:chPref val="3"/>
        </dgm:presLayoutVars>
      </dgm:prSet>
      <dgm:spPr/>
    </dgm:pt>
    <dgm:pt modelId="{B85F1ECF-E306-4482-B5DB-B759D49DEAAB}" type="pres">
      <dgm:prSet presAssocID="{2DE70CFC-6BA4-4B4F-9D8E-FF9AD3DEE279}" presName="titleText1" presStyleLbl="fgAcc0" presStyleIdx="0" presStyleCnt="1" custFlipVert="0" custFlipHor="1" custScaleX="1558" custScaleY="8127" custLinFactX="18212" custLinFactY="-165000" custLinFactNeighborX="100000" custLinFactNeighborY="-200000">
        <dgm:presLayoutVars>
          <dgm:chMax val="0"/>
          <dgm:chPref val="0"/>
        </dgm:presLayoutVars>
      </dgm:prSet>
      <dgm:spPr/>
    </dgm:pt>
    <dgm:pt modelId="{145F19F8-824A-41DC-B66B-92472162B754}" type="pres">
      <dgm:prSet presAssocID="{2DE70CFC-6BA4-4B4F-9D8E-FF9AD3DEE279}" presName="rootConnector1" presStyleLbl="node1" presStyleIdx="0" presStyleCnt="2"/>
      <dgm:spPr/>
    </dgm:pt>
    <dgm:pt modelId="{A7844D45-2A64-40F7-ABCE-0CB3880BDAE8}" type="pres">
      <dgm:prSet presAssocID="{2DE70CFC-6BA4-4B4F-9D8E-FF9AD3DEE279}" presName="hierChild2" presStyleCnt="0"/>
      <dgm:spPr/>
    </dgm:pt>
    <dgm:pt modelId="{3FDACBAD-A629-4527-9695-ABF68CFCAA04}" type="pres">
      <dgm:prSet presAssocID="{D3144BF7-024C-4555-A7E9-7EA72D322EC2}" presName="Name37" presStyleLbl="parChTrans1D2" presStyleIdx="0" presStyleCnt="2"/>
      <dgm:spPr/>
    </dgm:pt>
    <dgm:pt modelId="{EFB03C11-6C52-43FC-974D-DA5AA3A0D5F8}" type="pres">
      <dgm:prSet presAssocID="{D4A4AF91-766D-4D8B-9C32-9AE4FB6A5080}" presName="hierRoot2" presStyleCnt="0">
        <dgm:presLayoutVars>
          <dgm:hierBranch val="init"/>
        </dgm:presLayoutVars>
      </dgm:prSet>
      <dgm:spPr/>
    </dgm:pt>
    <dgm:pt modelId="{11C176F2-C651-4F17-B8ED-1E50DD64458C}" type="pres">
      <dgm:prSet presAssocID="{D4A4AF91-766D-4D8B-9C32-9AE4FB6A5080}" presName="rootComposite" presStyleCnt="0"/>
      <dgm:spPr/>
    </dgm:pt>
    <dgm:pt modelId="{91F637E1-E1F6-4031-8BD0-9E9F0D2FECA1}" type="pres">
      <dgm:prSet presAssocID="{D4A4AF91-766D-4D8B-9C32-9AE4FB6A5080}" presName="rootText" presStyleLbl="node1" presStyleIdx="0" presStyleCnt="2">
        <dgm:presLayoutVars>
          <dgm:chMax/>
          <dgm:chPref val="3"/>
        </dgm:presLayoutVars>
      </dgm:prSet>
      <dgm:spPr/>
    </dgm:pt>
    <dgm:pt modelId="{C9248C78-239B-4E6A-8986-E60AE3F94747}" type="pres">
      <dgm:prSet presAssocID="{D4A4AF91-766D-4D8B-9C32-9AE4FB6A5080}" presName="titleText2" presStyleLbl="fgAcc1" presStyleIdx="0" presStyleCnt="2">
        <dgm:presLayoutVars>
          <dgm:chMax val="0"/>
          <dgm:chPref val="0"/>
        </dgm:presLayoutVars>
      </dgm:prSet>
      <dgm:spPr/>
    </dgm:pt>
    <dgm:pt modelId="{AE3050C3-8FFE-4BBD-8E9B-858D783C6C74}" type="pres">
      <dgm:prSet presAssocID="{D4A4AF91-766D-4D8B-9C32-9AE4FB6A5080}" presName="rootConnector" presStyleLbl="node2" presStyleIdx="0" presStyleCnt="0"/>
      <dgm:spPr/>
    </dgm:pt>
    <dgm:pt modelId="{0BC619F5-16E7-4BCF-BBE8-F46F7CA0D94C}" type="pres">
      <dgm:prSet presAssocID="{D4A4AF91-766D-4D8B-9C32-9AE4FB6A5080}" presName="hierChild4" presStyleCnt="0"/>
      <dgm:spPr/>
    </dgm:pt>
    <dgm:pt modelId="{8EA21EBB-3FE3-46D8-960B-3FE5D47A375C}" type="pres">
      <dgm:prSet presAssocID="{D4A4AF91-766D-4D8B-9C32-9AE4FB6A5080}" presName="hierChild5" presStyleCnt="0"/>
      <dgm:spPr/>
    </dgm:pt>
    <dgm:pt modelId="{BDCB4799-F661-4822-AE20-5A0FF7429CEC}" type="pres">
      <dgm:prSet presAssocID="{EF0B8A07-8D7A-4251-898E-F1F4C1059F7B}" presName="Name37" presStyleLbl="parChTrans1D2" presStyleIdx="1" presStyleCnt="2"/>
      <dgm:spPr/>
    </dgm:pt>
    <dgm:pt modelId="{76B537CB-12E8-471A-A4F6-3D115A393250}" type="pres">
      <dgm:prSet presAssocID="{4AEEDA21-F9CB-4732-926C-D8EE74BC8A8E}" presName="hierRoot2" presStyleCnt="0">
        <dgm:presLayoutVars>
          <dgm:hierBranch val="init"/>
        </dgm:presLayoutVars>
      </dgm:prSet>
      <dgm:spPr/>
    </dgm:pt>
    <dgm:pt modelId="{56E9696F-E88C-4B76-809E-AE2A2BF0FE07}" type="pres">
      <dgm:prSet presAssocID="{4AEEDA21-F9CB-4732-926C-D8EE74BC8A8E}" presName="rootComposite" presStyleCnt="0"/>
      <dgm:spPr/>
    </dgm:pt>
    <dgm:pt modelId="{3B4B8BDB-A79C-404E-AEFB-5DF1939B09CD}" type="pres">
      <dgm:prSet presAssocID="{4AEEDA21-F9CB-4732-926C-D8EE74BC8A8E}" presName="rootText" presStyleLbl="node1" presStyleIdx="1" presStyleCnt="2">
        <dgm:presLayoutVars>
          <dgm:chMax/>
          <dgm:chPref val="3"/>
        </dgm:presLayoutVars>
      </dgm:prSet>
      <dgm:spPr/>
    </dgm:pt>
    <dgm:pt modelId="{D5316A49-EDA9-4AFE-85D5-BA3B27642F69}" type="pres">
      <dgm:prSet presAssocID="{4AEEDA21-F9CB-4732-926C-D8EE74BC8A8E}" presName="titleText2" presStyleLbl="fgAcc1" presStyleIdx="1" presStyleCnt="2">
        <dgm:presLayoutVars>
          <dgm:chMax val="0"/>
          <dgm:chPref val="0"/>
        </dgm:presLayoutVars>
      </dgm:prSet>
      <dgm:spPr/>
    </dgm:pt>
    <dgm:pt modelId="{50F1267D-8CD8-4545-A0B3-6AF95A8E0DBA}" type="pres">
      <dgm:prSet presAssocID="{4AEEDA21-F9CB-4732-926C-D8EE74BC8A8E}" presName="rootConnector" presStyleLbl="node2" presStyleIdx="0" presStyleCnt="0"/>
      <dgm:spPr/>
    </dgm:pt>
    <dgm:pt modelId="{3CC1E4DB-3920-48D8-BF49-149027C0BF17}" type="pres">
      <dgm:prSet presAssocID="{4AEEDA21-F9CB-4732-926C-D8EE74BC8A8E}" presName="hierChild4" presStyleCnt="0"/>
      <dgm:spPr/>
    </dgm:pt>
    <dgm:pt modelId="{58D28E91-5739-4077-863B-6306B0E0495B}" type="pres">
      <dgm:prSet presAssocID="{4AEEDA21-F9CB-4732-926C-D8EE74BC8A8E}" presName="hierChild5" presStyleCnt="0"/>
      <dgm:spPr/>
    </dgm:pt>
    <dgm:pt modelId="{8CCA4622-9E34-47A5-9EC0-CFD9AE8E4549}" type="pres">
      <dgm:prSet presAssocID="{2DE70CFC-6BA4-4B4F-9D8E-FF9AD3DEE279}" presName="hierChild3" presStyleCnt="0"/>
      <dgm:spPr/>
    </dgm:pt>
  </dgm:ptLst>
  <dgm:cxnLst>
    <dgm:cxn modelId="{2BB37003-9AF0-4003-8CC9-F847AE021B14}" type="presOf" srcId="{2DE70CFC-6BA4-4B4F-9D8E-FF9AD3DEE279}" destId="{66420941-5A81-4735-BD05-1C93D34A5F34}" srcOrd="0" destOrd="0" presId="urn:microsoft.com/office/officeart/2008/layout/NameandTitleOrganizationalChart"/>
    <dgm:cxn modelId="{6D023710-2482-485F-BC44-3FAB6F6EAE4C}" type="presOf" srcId="{EF0B8A07-8D7A-4251-898E-F1F4C1059F7B}" destId="{BDCB4799-F661-4822-AE20-5A0FF7429CEC}" srcOrd="0" destOrd="0" presId="urn:microsoft.com/office/officeart/2008/layout/NameandTitleOrganizationalChart"/>
    <dgm:cxn modelId="{D2A58819-4293-4C01-98C2-9B44C41E4DA5}" type="presOf" srcId="{4568E275-C4BE-45C7-94BB-6873B85763D8}" destId="{D5316A49-EDA9-4AFE-85D5-BA3B27642F69}" srcOrd="0" destOrd="0" presId="urn:microsoft.com/office/officeart/2008/layout/NameandTitleOrganizationalChart"/>
    <dgm:cxn modelId="{7653392A-D66B-480D-BC95-9E61709DC7F8}" type="presOf" srcId="{4836B389-2879-491C-80DF-F38B248C3454}" destId="{B85F1ECF-E306-4482-B5DB-B759D49DEAAB}" srcOrd="0" destOrd="0" presId="urn:microsoft.com/office/officeart/2008/layout/NameandTitleOrganizationalChart"/>
    <dgm:cxn modelId="{85EB952D-6F0B-4EAB-982F-F5B04C5074FD}" srcId="{2DE70CFC-6BA4-4B4F-9D8E-FF9AD3DEE279}" destId="{D4A4AF91-766D-4D8B-9C32-9AE4FB6A5080}" srcOrd="0" destOrd="0" parTransId="{D3144BF7-024C-4555-A7E9-7EA72D322EC2}" sibTransId="{B6AA2AF3-C18E-44DA-A078-38FCF3BCBCD4}"/>
    <dgm:cxn modelId="{DD84BA5D-B553-4533-BC65-B93DC1AC9502}" type="presOf" srcId="{B6AA2AF3-C18E-44DA-A078-38FCF3BCBCD4}" destId="{C9248C78-239B-4E6A-8986-E60AE3F94747}" srcOrd="0" destOrd="0" presId="urn:microsoft.com/office/officeart/2008/layout/NameandTitleOrganizationalChart"/>
    <dgm:cxn modelId="{F560AE70-CDA8-46B3-BCC4-913105D644AA}" type="presOf" srcId="{4AEEDA21-F9CB-4732-926C-D8EE74BC8A8E}" destId="{3B4B8BDB-A79C-404E-AEFB-5DF1939B09CD}" srcOrd="0" destOrd="0" presId="urn:microsoft.com/office/officeart/2008/layout/NameandTitleOrganizationalChart"/>
    <dgm:cxn modelId="{F07C8D73-BD16-471D-96D0-C94C2DD05027}" srcId="{52E00212-DAFA-4269-864D-7EBED4CCCFF1}" destId="{2DE70CFC-6BA4-4B4F-9D8E-FF9AD3DEE279}" srcOrd="0" destOrd="0" parTransId="{05972FDC-D72A-462A-A332-5D8DAB702C8D}" sibTransId="{4836B389-2879-491C-80DF-F38B248C3454}"/>
    <dgm:cxn modelId="{0300E381-1FC6-415A-8A5F-52FE403CE447}" type="presOf" srcId="{D4A4AF91-766D-4D8B-9C32-9AE4FB6A5080}" destId="{91F637E1-E1F6-4031-8BD0-9E9F0D2FECA1}" srcOrd="0" destOrd="0" presId="urn:microsoft.com/office/officeart/2008/layout/NameandTitleOrganizationalChart"/>
    <dgm:cxn modelId="{35EF458B-B83C-43CA-A9DB-618994917622}" type="presOf" srcId="{4AEEDA21-F9CB-4732-926C-D8EE74BC8A8E}" destId="{50F1267D-8CD8-4545-A0B3-6AF95A8E0DBA}" srcOrd="1" destOrd="0" presId="urn:microsoft.com/office/officeart/2008/layout/NameandTitleOrganizationalChart"/>
    <dgm:cxn modelId="{A47D0FC0-102A-4BC1-82C0-689F17EB7E5A}" type="presOf" srcId="{D4A4AF91-766D-4D8B-9C32-9AE4FB6A5080}" destId="{AE3050C3-8FFE-4BBD-8E9B-858D783C6C74}" srcOrd="1" destOrd="0" presId="urn:microsoft.com/office/officeart/2008/layout/NameandTitleOrganizationalChart"/>
    <dgm:cxn modelId="{B1376CD4-94B8-4031-8C88-224FEC51837B}" type="presOf" srcId="{D3144BF7-024C-4555-A7E9-7EA72D322EC2}" destId="{3FDACBAD-A629-4527-9695-ABF68CFCAA04}" srcOrd="0" destOrd="0" presId="urn:microsoft.com/office/officeart/2008/layout/NameandTitleOrganizationalChart"/>
    <dgm:cxn modelId="{7ED3A5D7-2E42-4E23-A224-895914AAF18A}" type="presOf" srcId="{2DE70CFC-6BA4-4B4F-9D8E-FF9AD3DEE279}" destId="{145F19F8-824A-41DC-B66B-92472162B754}" srcOrd="1" destOrd="0" presId="urn:microsoft.com/office/officeart/2008/layout/NameandTitleOrganizationalChart"/>
    <dgm:cxn modelId="{6950CED8-FF70-487E-AFBE-BC8A2FF68D39}" type="presOf" srcId="{52E00212-DAFA-4269-864D-7EBED4CCCFF1}" destId="{2E6C66BC-C7B8-4C6E-93E5-8734FB4934AE}" srcOrd="0" destOrd="0" presId="urn:microsoft.com/office/officeart/2008/layout/NameandTitleOrganizationalChart"/>
    <dgm:cxn modelId="{B8CA32DD-F10A-4FB9-87B1-73E8D951FF3C}" srcId="{2DE70CFC-6BA4-4B4F-9D8E-FF9AD3DEE279}" destId="{4AEEDA21-F9CB-4732-926C-D8EE74BC8A8E}" srcOrd="1" destOrd="0" parTransId="{EF0B8A07-8D7A-4251-898E-F1F4C1059F7B}" sibTransId="{4568E275-C4BE-45C7-94BB-6873B85763D8}"/>
    <dgm:cxn modelId="{243FDA0F-028A-416C-BCCB-D6121FF96BD3}" type="presParOf" srcId="{2E6C66BC-C7B8-4C6E-93E5-8734FB4934AE}" destId="{1111C19F-5BB3-4BFC-9D6A-FBED512FBF5A}" srcOrd="0" destOrd="0" presId="urn:microsoft.com/office/officeart/2008/layout/NameandTitleOrganizationalChart"/>
    <dgm:cxn modelId="{DABFD1E1-E8D0-433C-A523-345C195DE4F6}" type="presParOf" srcId="{1111C19F-5BB3-4BFC-9D6A-FBED512FBF5A}" destId="{252495B0-21C1-4B34-87A2-E078F8FBBE1F}" srcOrd="0" destOrd="0" presId="urn:microsoft.com/office/officeart/2008/layout/NameandTitleOrganizationalChart"/>
    <dgm:cxn modelId="{D0B21C92-0E50-4387-AB62-7451C142524B}" type="presParOf" srcId="{252495B0-21C1-4B34-87A2-E078F8FBBE1F}" destId="{66420941-5A81-4735-BD05-1C93D34A5F34}" srcOrd="0" destOrd="0" presId="urn:microsoft.com/office/officeart/2008/layout/NameandTitleOrganizationalChart"/>
    <dgm:cxn modelId="{1BAB3662-2D34-429F-A01D-A27B6423C732}" type="presParOf" srcId="{252495B0-21C1-4B34-87A2-E078F8FBBE1F}" destId="{B85F1ECF-E306-4482-B5DB-B759D49DEAAB}" srcOrd="1" destOrd="0" presId="urn:microsoft.com/office/officeart/2008/layout/NameandTitleOrganizationalChart"/>
    <dgm:cxn modelId="{347375D5-2BA0-402C-959C-612AB28AF5E4}" type="presParOf" srcId="{252495B0-21C1-4B34-87A2-E078F8FBBE1F}" destId="{145F19F8-824A-41DC-B66B-92472162B754}" srcOrd="2" destOrd="0" presId="urn:microsoft.com/office/officeart/2008/layout/NameandTitleOrganizationalChart"/>
    <dgm:cxn modelId="{0D3E7793-DEE5-4D12-95C7-0E699B970A3C}" type="presParOf" srcId="{1111C19F-5BB3-4BFC-9D6A-FBED512FBF5A}" destId="{A7844D45-2A64-40F7-ABCE-0CB3880BDAE8}" srcOrd="1" destOrd="0" presId="urn:microsoft.com/office/officeart/2008/layout/NameandTitleOrganizationalChart"/>
    <dgm:cxn modelId="{5AE26C37-7480-456D-9CCC-0A4D8425580C}" type="presParOf" srcId="{A7844D45-2A64-40F7-ABCE-0CB3880BDAE8}" destId="{3FDACBAD-A629-4527-9695-ABF68CFCAA04}" srcOrd="0" destOrd="0" presId="urn:microsoft.com/office/officeart/2008/layout/NameandTitleOrganizationalChart"/>
    <dgm:cxn modelId="{F69346F3-1D45-4879-90E4-DE892D3121FC}" type="presParOf" srcId="{A7844D45-2A64-40F7-ABCE-0CB3880BDAE8}" destId="{EFB03C11-6C52-43FC-974D-DA5AA3A0D5F8}" srcOrd="1" destOrd="0" presId="urn:microsoft.com/office/officeart/2008/layout/NameandTitleOrganizationalChart"/>
    <dgm:cxn modelId="{2CDCEB64-AD2F-4199-8EE2-BC1AE45D30C1}" type="presParOf" srcId="{EFB03C11-6C52-43FC-974D-DA5AA3A0D5F8}" destId="{11C176F2-C651-4F17-B8ED-1E50DD64458C}" srcOrd="0" destOrd="0" presId="urn:microsoft.com/office/officeart/2008/layout/NameandTitleOrganizationalChart"/>
    <dgm:cxn modelId="{06B374BF-8802-4600-83FA-16FAFA838287}" type="presParOf" srcId="{11C176F2-C651-4F17-B8ED-1E50DD64458C}" destId="{91F637E1-E1F6-4031-8BD0-9E9F0D2FECA1}" srcOrd="0" destOrd="0" presId="urn:microsoft.com/office/officeart/2008/layout/NameandTitleOrganizationalChart"/>
    <dgm:cxn modelId="{C0AE6CD0-9774-42D4-A534-0A695F6B8D65}" type="presParOf" srcId="{11C176F2-C651-4F17-B8ED-1E50DD64458C}" destId="{C9248C78-239B-4E6A-8986-E60AE3F94747}" srcOrd="1" destOrd="0" presId="urn:microsoft.com/office/officeart/2008/layout/NameandTitleOrganizationalChart"/>
    <dgm:cxn modelId="{59F3639D-B318-40B9-A982-8CF3AD19E49D}" type="presParOf" srcId="{11C176F2-C651-4F17-B8ED-1E50DD64458C}" destId="{AE3050C3-8FFE-4BBD-8E9B-858D783C6C74}" srcOrd="2" destOrd="0" presId="urn:microsoft.com/office/officeart/2008/layout/NameandTitleOrganizationalChart"/>
    <dgm:cxn modelId="{B50B1CB7-485D-454F-BBB7-3876DABED5AF}" type="presParOf" srcId="{EFB03C11-6C52-43FC-974D-DA5AA3A0D5F8}" destId="{0BC619F5-16E7-4BCF-BBE8-F46F7CA0D94C}" srcOrd="1" destOrd="0" presId="urn:microsoft.com/office/officeart/2008/layout/NameandTitleOrganizationalChart"/>
    <dgm:cxn modelId="{3EDD5185-56D0-466E-8089-4AE4B7EEE22F}" type="presParOf" srcId="{EFB03C11-6C52-43FC-974D-DA5AA3A0D5F8}" destId="{8EA21EBB-3FE3-46D8-960B-3FE5D47A375C}" srcOrd="2" destOrd="0" presId="urn:microsoft.com/office/officeart/2008/layout/NameandTitleOrganizationalChart"/>
    <dgm:cxn modelId="{349A5AF3-9BD2-4050-9946-E9CA9E8D13F2}" type="presParOf" srcId="{A7844D45-2A64-40F7-ABCE-0CB3880BDAE8}" destId="{BDCB4799-F661-4822-AE20-5A0FF7429CEC}" srcOrd="2" destOrd="0" presId="urn:microsoft.com/office/officeart/2008/layout/NameandTitleOrganizationalChart"/>
    <dgm:cxn modelId="{FB8C8001-FAED-42FF-BAB9-294F24F6A197}" type="presParOf" srcId="{A7844D45-2A64-40F7-ABCE-0CB3880BDAE8}" destId="{76B537CB-12E8-471A-A4F6-3D115A393250}" srcOrd="3" destOrd="0" presId="urn:microsoft.com/office/officeart/2008/layout/NameandTitleOrganizationalChart"/>
    <dgm:cxn modelId="{41C21A9A-F89C-4FFC-BA3C-3483DC2711C6}" type="presParOf" srcId="{76B537CB-12E8-471A-A4F6-3D115A393250}" destId="{56E9696F-E88C-4B76-809E-AE2A2BF0FE07}" srcOrd="0" destOrd="0" presId="urn:microsoft.com/office/officeart/2008/layout/NameandTitleOrganizationalChart"/>
    <dgm:cxn modelId="{09E90806-FD81-48F5-983B-0BC62153C761}" type="presParOf" srcId="{56E9696F-E88C-4B76-809E-AE2A2BF0FE07}" destId="{3B4B8BDB-A79C-404E-AEFB-5DF1939B09CD}" srcOrd="0" destOrd="0" presId="urn:microsoft.com/office/officeart/2008/layout/NameandTitleOrganizationalChart"/>
    <dgm:cxn modelId="{613C1215-D705-454C-ACC2-481B7BBE9984}" type="presParOf" srcId="{56E9696F-E88C-4B76-809E-AE2A2BF0FE07}" destId="{D5316A49-EDA9-4AFE-85D5-BA3B27642F69}" srcOrd="1" destOrd="0" presId="urn:microsoft.com/office/officeart/2008/layout/NameandTitleOrganizationalChart"/>
    <dgm:cxn modelId="{AD8BC05F-2A77-44EC-9A19-9DEEE33193C1}" type="presParOf" srcId="{56E9696F-E88C-4B76-809E-AE2A2BF0FE07}" destId="{50F1267D-8CD8-4545-A0B3-6AF95A8E0DBA}" srcOrd="2" destOrd="0" presId="urn:microsoft.com/office/officeart/2008/layout/NameandTitleOrganizationalChart"/>
    <dgm:cxn modelId="{F3E8710C-20ED-4BAC-9958-13AEC66A98C1}" type="presParOf" srcId="{76B537CB-12E8-471A-A4F6-3D115A393250}" destId="{3CC1E4DB-3920-48D8-BF49-149027C0BF17}" srcOrd="1" destOrd="0" presId="urn:microsoft.com/office/officeart/2008/layout/NameandTitleOrganizationalChart"/>
    <dgm:cxn modelId="{FDEFC0C6-9BA0-4B1E-BA44-E34A83ACF046}" type="presParOf" srcId="{76B537CB-12E8-471A-A4F6-3D115A393250}" destId="{58D28E91-5739-4077-863B-6306B0E0495B}" srcOrd="2" destOrd="0" presId="urn:microsoft.com/office/officeart/2008/layout/NameandTitleOrganizationalChart"/>
    <dgm:cxn modelId="{DA95DD26-C27F-41A1-AA77-15FD6038BD6A}" type="presParOf" srcId="{1111C19F-5BB3-4BFC-9D6A-FBED512FBF5A}" destId="{8CCA4622-9E34-47A5-9EC0-CFD9AE8E4549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001F7E-B515-4412-949F-ED69526EB78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9192D17-D315-4D43-A2ED-34C7DB0FE7F8}">
      <dgm:prSet phldrT="[Текст]"/>
      <dgm:spPr>
        <a:solidFill>
          <a:srgbClr val="2E2B21"/>
        </a:solidFill>
      </dgm:spPr>
      <dgm:t>
        <a:bodyPr/>
        <a:lstStyle/>
        <a:p>
          <a:r>
            <a:rPr lang="ru-RU" dirty="0">
              <a:latin typeface="Bahnschrift" panose="020B0502040204020203" pitchFamily="34" charset="0"/>
            </a:rPr>
            <a:t>Используемые библиотеки</a:t>
          </a:r>
        </a:p>
      </dgm:t>
    </dgm:pt>
    <dgm:pt modelId="{F8105E7C-7DB0-4CE9-924B-03F8E6799161}" type="parTrans" cxnId="{853DC51B-06C0-4CD2-885F-5F8C508C8D9F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E80D8F0-DFFF-4D3F-959B-2D4E2BD15A69}" type="sibTrans" cxnId="{853DC51B-06C0-4CD2-885F-5F8C508C8D9F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17B4F2CC-F673-476B-9FBE-62A653413013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Безопасность</a:t>
          </a:r>
        </a:p>
      </dgm:t>
    </dgm:pt>
    <dgm:pt modelId="{60A5C344-CD63-47B8-A15C-CEB9EC392D8F}" type="parTrans" cxnId="{F88EB447-8B9E-4E05-AF35-0034CA9B5BB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E1FF1CB-F105-454A-A5D2-2F09A25F8F6D}" type="sibTrans" cxnId="{F88EB447-8B9E-4E05-AF35-0034CA9B5BB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0A87667-FB3D-4395-924F-41649E4D021F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Пользователь</a:t>
          </a:r>
        </a:p>
      </dgm:t>
    </dgm:pt>
    <dgm:pt modelId="{F98C8A82-19C3-4BBA-9AB1-7D2A3349559C}" type="parTrans" cxnId="{F814E6F0-CFF6-4250-B6A8-75EA4801142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50CAD31-456D-47A1-A890-FEDF6F3B4A7A}" type="sibTrans" cxnId="{F814E6F0-CFF6-4250-B6A8-75EA4801142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20E40DB-690D-4AE8-8A32-0DC60267557D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Данные</a:t>
          </a:r>
        </a:p>
      </dgm:t>
    </dgm:pt>
    <dgm:pt modelId="{BAB6C13A-A287-40C1-9925-6AA40CD8C0E8}" type="parTrans" cxnId="{130EBDC6-60EE-4C29-B17B-2B045115610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D1A1432-FE43-4938-97F0-487F2ABFEA79}" type="sibTrans" cxnId="{130EBDC6-60EE-4C29-B17B-2B045115610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7882AD01-D81D-4D05-BE1A-5C8A491DD0B8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chemeClr val="tx2"/>
              </a:solidFill>
              <a:latin typeface="Bahnschrift" panose="020B0502040204020203" pitchFamily="34" charset="0"/>
            </a:rPr>
            <a:t>Werkzeug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F399AF33-3F39-439C-9DCF-4C1EBA048808}" type="parTrans" cxnId="{D2877F66-D08C-44EE-A4EE-7040A1690A4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5E7ECF30-6725-4B49-950C-50C782263143}" type="sibTrans" cxnId="{D2877F66-D08C-44EE-A4EE-7040A1690A4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1BADBC2E-D93A-40C5-9D50-7C82AA68E8D3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chemeClr val="tx2"/>
              </a:solidFill>
              <a:latin typeface="Bahnschrift" panose="020B0502040204020203" pitchFamily="34" charset="0"/>
            </a:rPr>
            <a:t>imghdr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2DB54FA3-7293-4193-9A4F-CA996562B9EB}" type="parTrans" cxnId="{3556F879-1C67-437D-A30E-97D3CDAF3CA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13731998-D9CB-4EF9-BA05-D776D893ACB6}" type="sibTrans" cxnId="{3556F879-1C67-437D-A30E-97D3CDAF3CA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6A8AF8C5-0BCD-4533-B983-792BE59759FB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re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198FF7EA-6795-45C4-A780-5EEE59FF5A60}" type="parTrans" cxnId="{C7A1B329-09F3-4ACA-A274-7A75E722C79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6E9FDB83-8A3C-49AF-9507-2FD71D283B00}" type="sibTrans" cxnId="{C7A1B329-09F3-4ACA-A274-7A75E722C79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B15FC37-227A-4497-B627-D775B8C542B4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Flask-Limiter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9DC9D4B5-A81D-4751-B6E4-39F157666715}" type="parTrans" cxnId="{97A2D28C-B29C-40C8-A609-ECE524E6D02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C2CC19B-16F7-45DD-A1E4-FB853CA8C8E9}" type="sibTrans" cxnId="{97A2D28C-B29C-40C8-A609-ECE524E6D02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11E016E6-3DD6-47D2-83B7-96D992782666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Flask-Talisman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6FAEE06B-74F2-44F6-BB8B-46884A571920}" type="parTrans" cxnId="{531DABA7-1D5E-45D2-A30A-D82EEF4B81A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637B136C-4EB2-4673-A39F-DD616D032085}" type="sibTrans" cxnId="{531DABA7-1D5E-45D2-A30A-D82EEF4B81A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A06AA24-3B83-452C-8059-A41901B8856F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Bleach</a:t>
          </a:r>
        </a:p>
      </dgm:t>
    </dgm:pt>
    <dgm:pt modelId="{B285BFDA-7022-412D-A776-B37CEA980794}" type="parTrans" cxnId="{19F5B585-9035-4BC9-88CC-746A8C123BC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F80EC5C-2CB3-4C59-97D5-2857BC819DE2}" type="sibTrans" cxnId="{19F5B585-9035-4BC9-88CC-746A8C123BC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F729BD6C-A640-4809-92FF-17FE9FED5D67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Flask-Login</a:t>
          </a:r>
        </a:p>
      </dgm:t>
    </dgm:pt>
    <dgm:pt modelId="{EFA411F3-D61F-4297-8124-5EB4AF2B2E22}" type="parTrans" cxnId="{87399158-D2AA-4865-BFD7-9101B3329D0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D9B1622B-4117-4E4A-8D78-D0E5BAD9F208}" type="sibTrans" cxnId="{87399158-D2AA-4865-BFD7-9101B3329D0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20BC2AA-0B96-41CC-88AA-5DD3AC5E25A9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chemeClr val="tx2"/>
              </a:solidFill>
              <a:latin typeface="Bahnschrift" panose="020B0502040204020203" pitchFamily="34" charset="0"/>
            </a:rPr>
            <a:t>SQLAlchemy</a:t>
          </a:r>
          <a:endParaRPr lang="en-US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2BF26497-A1AF-45B9-9E03-5EFE217ED4B2}" type="parTrans" cxnId="{A6BEF5BB-414F-4C4F-B75B-C358A44939A9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3E932526-659C-469C-8079-E09BB05E7D78}" type="sibTrans" cxnId="{A6BEF5BB-414F-4C4F-B75B-C358A44939A9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F06E9693-5B24-490C-A822-EC01E335E0B2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chemeClr val="tx2"/>
              </a:solidFill>
              <a:latin typeface="Bahnschrift" panose="020B0502040204020203" pitchFamily="34" charset="0"/>
            </a:rPr>
            <a:t>SQLAlchemy</a:t>
          </a:r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-serializer</a:t>
          </a:r>
        </a:p>
      </dgm:t>
    </dgm:pt>
    <dgm:pt modelId="{C18EECA6-EC19-44C7-91CE-F39EA4D2B8BA}" type="parTrans" cxnId="{0F7C7F88-F68D-422D-B897-3CDB8BD79B0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FCD87FFA-B557-4D6D-8842-396508710346}" type="sibTrans" cxnId="{0F7C7F88-F68D-422D-B897-3CDB8BD79B0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9F66D72-EA38-4E2B-9A22-22D8DF991DEB}">
      <dgm:prSet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REST API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0F3909B0-D978-42E7-9041-571FD380BBDA}" type="parTrans" cxnId="{BAC4630C-3848-452B-ABAA-3E034369918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5F650751-79BB-4BCE-A88A-61F833434DB4}" type="sibTrans" cxnId="{BAC4630C-3848-452B-ABAA-3E034369918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50EA4253-379D-494A-AC71-FF2A404F259E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Requests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66B6F93F-F81B-4E3D-83F1-F21FCCD219CF}" type="parTrans" cxnId="{6E310AEC-8083-43CC-BAB9-65440E8A510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982668B1-6119-45C1-8EAE-DBC356E17AD8}" type="sibTrans" cxnId="{6E310AEC-8083-43CC-BAB9-65440E8A510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69666C4-6AEE-45F7-A026-8086101AF9E5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Flask-RESTful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F6A6A5D1-22CA-4613-8887-4D22F7F7B3F5}" type="parTrans" cxnId="{62BBBBA6-B672-4AAA-B4B7-658A0820D52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B27F945-BE6C-4E53-B73D-2C9F5F36947D}" type="sibTrans" cxnId="{62BBBBA6-B672-4AAA-B4B7-658A0820D52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08F320A-DC6B-44B7-8D7E-51CF3423FB7E}">
      <dgm:prSet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Формы</a:t>
          </a:r>
        </a:p>
      </dgm:t>
    </dgm:pt>
    <dgm:pt modelId="{9611FC3A-ACEF-4B0D-BE78-70FFDDFDEEDD}" type="parTrans" cxnId="{DCC348F6-D294-442F-8419-3688A2DF956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935A8D95-228A-4724-9AD7-85CDFBE4A463}" type="sibTrans" cxnId="{DCC348F6-D294-442F-8419-3688A2DF956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D8EB794E-2FC7-48AD-B985-5655729ED573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Flask-WTF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70971D34-5F07-4986-B7AA-CEDF6A35749E}" type="parTrans" cxnId="{51746C3D-4093-4D4C-8BE2-02CC0D2B624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E3E6785-563E-4726-8146-5EF00AE5D2D6}" type="sibTrans" cxnId="{51746C3D-4093-4D4C-8BE2-02CC0D2B624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07A6F841-A0B5-4C2A-A2FA-FB61B6C35877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chemeClr val="tx2"/>
              </a:solidFill>
              <a:latin typeface="Bahnschrift" panose="020B0502040204020203" pitchFamily="34" charset="0"/>
            </a:rPr>
            <a:t>WTForms</a:t>
          </a:r>
          <a:endParaRPr lang="en-US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520FF6A7-022B-4493-BE55-42745A441E9A}" type="parTrans" cxnId="{AA37CE38-C988-46F3-8F5D-2EB8125239F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9C1AB5D-0CEA-4385-B088-A2990F3CC9A2}" type="sibTrans" cxnId="{AA37CE38-C988-46F3-8F5D-2EB8125239F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5727F5C-5336-4C79-ADEC-253D5294CC3F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Jinja2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33156E9E-0706-4DF9-8C82-406E9104A818}" type="parTrans" cxnId="{8E2309EA-1C2A-4F55-BFBD-31CE4E83800C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DC041A50-7CCC-4963-BE5B-CBB92F990348}" type="sibTrans" cxnId="{8E2309EA-1C2A-4F55-BFBD-31CE4E83800C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30FDB2B8-68F3-41A3-B0A4-0AE8B0DC20F8}" type="pres">
      <dgm:prSet presAssocID="{86001F7E-B515-4412-949F-ED69526EB78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9376E5-B0D2-4FCC-A13D-4A9A014E9FB2}" type="pres">
      <dgm:prSet presAssocID="{A9192D17-D315-4D43-A2ED-34C7DB0FE7F8}" presName="hierRoot1" presStyleCnt="0">
        <dgm:presLayoutVars>
          <dgm:hierBranch val="init"/>
        </dgm:presLayoutVars>
      </dgm:prSet>
      <dgm:spPr/>
    </dgm:pt>
    <dgm:pt modelId="{ACFB2822-942B-42D0-B4B8-B27819CBFAB7}" type="pres">
      <dgm:prSet presAssocID="{A9192D17-D315-4D43-A2ED-34C7DB0FE7F8}" presName="rootComposite1" presStyleCnt="0"/>
      <dgm:spPr/>
    </dgm:pt>
    <dgm:pt modelId="{597B5C4E-3274-49F7-BB68-5F933EB854D1}" type="pres">
      <dgm:prSet presAssocID="{A9192D17-D315-4D43-A2ED-34C7DB0FE7F8}" presName="rootText1" presStyleLbl="node0" presStyleIdx="0" presStyleCnt="1" custScaleX="316128" custScaleY="53454" custLinFactNeighborX="12500" custLinFactNeighborY="45477">
        <dgm:presLayoutVars>
          <dgm:chPref val="3"/>
        </dgm:presLayoutVars>
      </dgm:prSet>
      <dgm:spPr/>
    </dgm:pt>
    <dgm:pt modelId="{AB7FFF26-B03D-45AA-A93D-EC571CF13589}" type="pres">
      <dgm:prSet presAssocID="{A9192D17-D315-4D43-A2ED-34C7DB0FE7F8}" presName="rootConnector1" presStyleLbl="node1" presStyleIdx="0" presStyleCnt="0"/>
      <dgm:spPr/>
    </dgm:pt>
    <dgm:pt modelId="{2A671D02-AFC3-497E-9B79-2AD81FF71D39}" type="pres">
      <dgm:prSet presAssocID="{A9192D17-D315-4D43-A2ED-34C7DB0FE7F8}" presName="hierChild2" presStyleCnt="0"/>
      <dgm:spPr/>
    </dgm:pt>
    <dgm:pt modelId="{0B95230E-2F9D-48F5-BFF7-1F048A02DAE0}" type="pres">
      <dgm:prSet presAssocID="{60A5C344-CD63-47B8-A15C-CEB9EC392D8F}" presName="Name37" presStyleLbl="parChTrans1D2" presStyleIdx="0" presStyleCnt="5"/>
      <dgm:spPr/>
    </dgm:pt>
    <dgm:pt modelId="{B829A7B6-CF89-4C67-9614-7BB75C359079}" type="pres">
      <dgm:prSet presAssocID="{17B4F2CC-F673-476B-9FBE-62A653413013}" presName="hierRoot2" presStyleCnt="0">
        <dgm:presLayoutVars>
          <dgm:hierBranch val="init"/>
        </dgm:presLayoutVars>
      </dgm:prSet>
      <dgm:spPr/>
    </dgm:pt>
    <dgm:pt modelId="{C9722E60-0F18-41EA-846C-9D810D46F870}" type="pres">
      <dgm:prSet presAssocID="{17B4F2CC-F673-476B-9FBE-62A653413013}" presName="rootComposite" presStyleCnt="0"/>
      <dgm:spPr/>
    </dgm:pt>
    <dgm:pt modelId="{8CC3FA7D-3045-4F5B-95C9-B79D29BD9D05}" type="pres">
      <dgm:prSet presAssocID="{17B4F2CC-F673-476B-9FBE-62A653413013}" presName="rootText" presStyleLbl="node2" presStyleIdx="0" presStyleCnt="5" custScaleX="122375" custLinFactNeighborX="-10594" custLinFactNeighborY="42725">
        <dgm:presLayoutVars>
          <dgm:chPref val="3"/>
        </dgm:presLayoutVars>
      </dgm:prSet>
      <dgm:spPr/>
    </dgm:pt>
    <dgm:pt modelId="{F4F63BE0-412D-4B9B-BB8B-7BCCF4D11DB9}" type="pres">
      <dgm:prSet presAssocID="{17B4F2CC-F673-476B-9FBE-62A653413013}" presName="rootConnector" presStyleLbl="node2" presStyleIdx="0" presStyleCnt="5"/>
      <dgm:spPr/>
    </dgm:pt>
    <dgm:pt modelId="{31982A04-95FC-4937-9C6A-31A76955F9F1}" type="pres">
      <dgm:prSet presAssocID="{17B4F2CC-F673-476B-9FBE-62A653413013}" presName="hierChild4" presStyleCnt="0"/>
      <dgm:spPr/>
    </dgm:pt>
    <dgm:pt modelId="{71CD76CF-2BC9-4584-8CE9-0F6CC43CFF44}" type="pres">
      <dgm:prSet presAssocID="{F399AF33-3F39-439C-9DCF-4C1EBA048808}" presName="Name37" presStyleLbl="parChTrans1D3" presStyleIdx="0" presStyleCnt="14"/>
      <dgm:spPr/>
    </dgm:pt>
    <dgm:pt modelId="{C0C369D7-C6B3-4534-9CE6-46852F0D595E}" type="pres">
      <dgm:prSet presAssocID="{7882AD01-D81D-4D05-BE1A-5C8A491DD0B8}" presName="hierRoot2" presStyleCnt="0">
        <dgm:presLayoutVars>
          <dgm:hierBranch val="init"/>
        </dgm:presLayoutVars>
      </dgm:prSet>
      <dgm:spPr/>
    </dgm:pt>
    <dgm:pt modelId="{F561C0C0-6498-4C54-BD74-4B86B0F2EF09}" type="pres">
      <dgm:prSet presAssocID="{7882AD01-D81D-4D05-BE1A-5C8A491DD0B8}" presName="rootComposite" presStyleCnt="0"/>
      <dgm:spPr/>
    </dgm:pt>
    <dgm:pt modelId="{AF770936-C06F-4704-932D-201E6924B1F1}" type="pres">
      <dgm:prSet presAssocID="{7882AD01-D81D-4D05-BE1A-5C8A491DD0B8}" presName="rootText" presStyleLbl="node3" presStyleIdx="0" presStyleCnt="14" custLinFactX="-39441" custLinFactNeighborX="-100000" custLinFactNeighborY="58443">
        <dgm:presLayoutVars>
          <dgm:chPref val="3"/>
        </dgm:presLayoutVars>
      </dgm:prSet>
      <dgm:spPr/>
    </dgm:pt>
    <dgm:pt modelId="{4C52A023-1CCB-4DE0-8B6E-FF2AE95A2019}" type="pres">
      <dgm:prSet presAssocID="{7882AD01-D81D-4D05-BE1A-5C8A491DD0B8}" presName="rootConnector" presStyleLbl="node3" presStyleIdx="0" presStyleCnt="14"/>
      <dgm:spPr/>
    </dgm:pt>
    <dgm:pt modelId="{4D541804-9968-4F00-A5EF-E8A60EF63778}" type="pres">
      <dgm:prSet presAssocID="{7882AD01-D81D-4D05-BE1A-5C8A491DD0B8}" presName="hierChild4" presStyleCnt="0"/>
      <dgm:spPr/>
    </dgm:pt>
    <dgm:pt modelId="{D94150D8-0828-4028-B4BE-38D4E100CD7C}" type="pres">
      <dgm:prSet presAssocID="{7882AD01-D81D-4D05-BE1A-5C8A491DD0B8}" presName="hierChild5" presStyleCnt="0"/>
      <dgm:spPr/>
    </dgm:pt>
    <dgm:pt modelId="{261CF87F-CF07-4543-AEDB-40B40F45318B}" type="pres">
      <dgm:prSet presAssocID="{2DB54FA3-7293-4193-9A4F-CA996562B9EB}" presName="Name37" presStyleLbl="parChTrans1D3" presStyleIdx="1" presStyleCnt="14"/>
      <dgm:spPr/>
    </dgm:pt>
    <dgm:pt modelId="{CD808725-1454-41F0-B688-7B94595E41EF}" type="pres">
      <dgm:prSet presAssocID="{1BADBC2E-D93A-40C5-9D50-7C82AA68E8D3}" presName="hierRoot2" presStyleCnt="0">
        <dgm:presLayoutVars>
          <dgm:hierBranch val="init"/>
        </dgm:presLayoutVars>
      </dgm:prSet>
      <dgm:spPr/>
    </dgm:pt>
    <dgm:pt modelId="{BE061CDE-4D0D-4E0B-B826-CEE1A6DCFE8C}" type="pres">
      <dgm:prSet presAssocID="{1BADBC2E-D93A-40C5-9D50-7C82AA68E8D3}" presName="rootComposite" presStyleCnt="0"/>
      <dgm:spPr/>
    </dgm:pt>
    <dgm:pt modelId="{5681C353-5377-490C-988F-33D0EF7BF39C}" type="pres">
      <dgm:prSet presAssocID="{1BADBC2E-D93A-40C5-9D50-7C82AA68E8D3}" presName="rootText" presStyleLbl="node3" presStyleIdx="1" presStyleCnt="14" custLinFactX="-39441" custLinFactNeighborX="-100000" custLinFactNeighborY="20845">
        <dgm:presLayoutVars>
          <dgm:chPref val="3"/>
        </dgm:presLayoutVars>
      </dgm:prSet>
      <dgm:spPr/>
    </dgm:pt>
    <dgm:pt modelId="{D7F5819D-0C83-42B4-B636-1E340CCC52FB}" type="pres">
      <dgm:prSet presAssocID="{1BADBC2E-D93A-40C5-9D50-7C82AA68E8D3}" presName="rootConnector" presStyleLbl="node3" presStyleIdx="1" presStyleCnt="14"/>
      <dgm:spPr/>
    </dgm:pt>
    <dgm:pt modelId="{44DE5FE0-5B8F-4FBE-A273-18F42BC412E2}" type="pres">
      <dgm:prSet presAssocID="{1BADBC2E-D93A-40C5-9D50-7C82AA68E8D3}" presName="hierChild4" presStyleCnt="0"/>
      <dgm:spPr/>
    </dgm:pt>
    <dgm:pt modelId="{EDF82706-2CE6-4A6C-8FD5-DD6EC078729F}" type="pres">
      <dgm:prSet presAssocID="{1BADBC2E-D93A-40C5-9D50-7C82AA68E8D3}" presName="hierChild5" presStyleCnt="0"/>
      <dgm:spPr/>
    </dgm:pt>
    <dgm:pt modelId="{3DADDA36-A5D0-45CF-9186-F4B851D9ECA9}" type="pres">
      <dgm:prSet presAssocID="{198FF7EA-6795-45C4-A780-5EEE59FF5A60}" presName="Name37" presStyleLbl="parChTrans1D3" presStyleIdx="2" presStyleCnt="14"/>
      <dgm:spPr/>
    </dgm:pt>
    <dgm:pt modelId="{DF64FA30-366B-4657-A1D8-CAE195021A26}" type="pres">
      <dgm:prSet presAssocID="{6A8AF8C5-0BCD-4533-B983-792BE59759FB}" presName="hierRoot2" presStyleCnt="0">
        <dgm:presLayoutVars>
          <dgm:hierBranch val="init"/>
        </dgm:presLayoutVars>
      </dgm:prSet>
      <dgm:spPr/>
    </dgm:pt>
    <dgm:pt modelId="{8C2DD04B-DB4E-4979-B281-D056F3C23E41}" type="pres">
      <dgm:prSet presAssocID="{6A8AF8C5-0BCD-4533-B983-792BE59759FB}" presName="rootComposite" presStyleCnt="0"/>
      <dgm:spPr/>
    </dgm:pt>
    <dgm:pt modelId="{C609BEBD-356E-4497-99B7-55F84641A6C5}" type="pres">
      <dgm:prSet presAssocID="{6A8AF8C5-0BCD-4533-B983-792BE59759FB}" presName="rootText" presStyleLbl="node3" presStyleIdx="2" presStyleCnt="14" custLinFactY="-100000" custLinFactNeighborX="-824" custLinFactNeighborY="-142193">
        <dgm:presLayoutVars>
          <dgm:chPref val="3"/>
        </dgm:presLayoutVars>
      </dgm:prSet>
      <dgm:spPr/>
    </dgm:pt>
    <dgm:pt modelId="{FA9F7F55-C9E0-4890-A958-5CD77289ECA0}" type="pres">
      <dgm:prSet presAssocID="{6A8AF8C5-0BCD-4533-B983-792BE59759FB}" presName="rootConnector" presStyleLbl="node3" presStyleIdx="2" presStyleCnt="14"/>
      <dgm:spPr/>
    </dgm:pt>
    <dgm:pt modelId="{B87FFB4D-482F-41E7-ACB7-52B3EC8CE72E}" type="pres">
      <dgm:prSet presAssocID="{6A8AF8C5-0BCD-4533-B983-792BE59759FB}" presName="hierChild4" presStyleCnt="0"/>
      <dgm:spPr/>
    </dgm:pt>
    <dgm:pt modelId="{B6D81DB3-2777-47F1-8BED-F9099A6BB04D}" type="pres">
      <dgm:prSet presAssocID="{6A8AF8C5-0BCD-4533-B983-792BE59759FB}" presName="hierChild5" presStyleCnt="0"/>
      <dgm:spPr/>
    </dgm:pt>
    <dgm:pt modelId="{BF441680-D134-45FC-8A20-E4895F27A76A}" type="pres">
      <dgm:prSet presAssocID="{9DC9D4B5-A81D-4751-B6E4-39F157666715}" presName="Name37" presStyleLbl="parChTrans1D3" presStyleIdx="3" presStyleCnt="14"/>
      <dgm:spPr/>
    </dgm:pt>
    <dgm:pt modelId="{019992A6-00CF-4D2F-BFCF-829392D3E924}" type="pres">
      <dgm:prSet presAssocID="{EB15FC37-227A-4497-B627-D775B8C542B4}" presName="hierRoot2" presStyleCnt="0">
        <dgm:presLayoutVars>
          <dgm:hierBranch val="init"/>
        </dgm:presLayoutVars>
      </dgm:prSet>
      <dgm:spPr/>
    </dgm:pt>
    <dgm:pt modelId="{7BAA7ADC-0E26-44E6-A9D9-250EF5D0848D}" type="pres">
      <dgm:prSet presAssocID="{EB15FC37-227A-4497-B627-D775B8C542B4}" presName="rootComposite" presStyleCnt="0"/>
      <dgm:spPr/>
    </dgm:pt>
    <dgm:pt modelId="{71FC3CEB-85FA-46D1-B19A-C1F0565BD082}" type="pres">
      <dgm:prSet presAssocID="{EB15FC37-227A-4497-B627-D775B8C542B4}" presName="rootText" presStyleLbl="node3" presStyleIdx="3" presStyleCnt="14" custLinFactY="-100000" custLinFactNeighborX="-824" custLinFactNeighborY="-163193">
        <dgm:presLayoutVars>
          <dgm:chPref val="3"/>
        </dgm:presLayoutVars>
      </dgm:prSet>
      <dgm:spPr/>
    </dgm:pt>
    <dgm:pt modelId="{4687251A-CBA7-4E47-8603-79A7FB9A7F3E}" type="pres">
      <dgm:prSet presAssocID="{EB15FC37-227A-4497-B627-D775B8C542B4}" presName="rootConnector" presStyleLbl="node3" presStyleIdx="3" presStyleCnt="14"/>
      <dgm:spPr/>
    </dgm:pt>
    <dgm:pt modelId="{88CA2003-5B19-45A1-B22C-C0D35EC00AFF}" type="pres">
      <dgm:prSet presAssocID="{EB15FC37-227A-4497-B627-D775B8C542B4}" presName="hierChild4" presStyleCnt="0"/>
      <dgm:spPr/>
    </dgm:pt>
    <dgm:pt modelId="{4B7C80A8-74B7-497C-BD8C-68411EE05316}" type="pres">
      <dgm:prSet presAssocID="{EB15FC37-227A-4497-B627-D775B8C542B4}" presName="hierChild5" presStyleCnt="0"/>
      <dgm:spPr/>
    </dgm:pt>
    <dgm:pt modelId="{B79E8FE3-367A-4167-AB31-B45399B6BAB1}" type="pres">
      <dgm:prSet presAssocID="{6FAEE06B-74F2-44F6-BB8B-46884A571920}" presName="Name37" presStyleLbl="parChTrans1D3" presStyleIdx="4" presStyleCnt="14"/>
      <dgm:spPr/>
    </dgm:pt>
    <dgm:pt modelId="{4504C9B2-0D40-4F26-88C2-0652BBF3F8D0}" type="pres">
      <dgm:prSet presAssocID="{11E016E6-3DD6-47D2-83B7-96D992782666}" presName="hierRoot2" presStyleCnt="0">
        <dgm:presLayoutVars>
          <dgm:hierBranch val="init"/>
        </dgm:presLayoutVars>
      </dgm:prSet>
      <dgm:spPr/>
    </dgm:pt>
    <dgm:pt modelId="{23C94D92-2E89-48A9-9459-07C340094B57}" type="pres">
      <dgm:prSet presAssocID="{11E016E6-3DD6-47D2-83B7-96D992782666}" presName="rootComposite" presStyleCnt="0"/>
      <dgm:spPr/>
    </dgm:pt>
    <dgm:pt modelId="{3CFF9967-1694-46A0-B49B-7411CF91A982}" type="pres">
      <dgm:prSet presAssocID="{11E016E6-3DD6-47D2-83B7-96D992782666}" presName="rootText" presStyleLbl="node3" presStyleIdx="4" presStyleCnt="14" custLinFactX="-38496" custLinFactY="-100000" custLinFactNeighborX="-100000" custLinFactNeighborY="-182713">
        <dgm:presLayoutVars>
          <dgm:chPref val="3"/>
        </dgm:presLayoutVars>
      </dgm:prSet>
      <dgm:spPr/>
    </dgm:pt>
    <dgm:pt modelId="{A24C092B-DB85-48B3-ABBE-DD424FFB4315}" type="pres">
      <dgm:prSet presAssocID="{11E016E6-3DD6-47D2-83B7-96D992782666}" presName="rootConnector" presStyleLbl="node3" presStyleIdx="4" presStyleCnt="14"/>
      <dgm:spPr/>
    </dgm:pt>
    <dgm:pt modelId="{8314F937-8E7F-4C4E-A826-368909C0A129}" type="pres">
      <dgm:prSet presAssocID="{11E016E6-3DD6-47D2-83B7-96D992782666}" presName="hierChild4" presStyleCnt="0"/>
      <dgm:spPr/>
    </dgm:pt>
    <dgm:pt modelId="{7FAF0A00-A28E-49A7-8AF8-311D097D8956}" type="pres">
      <dgm:prSet presAssocID="{11E016E6-3DD6-47D2-83B7-96D992782666}" presName="hierChild5" presStyleCnt="0"/>
      <dgm:spPr/>
    </dgm:pt>
    <dgm:pt modelId="{1DF1D100-6B72-49D2-9E40-7D00BCFC897C}" type="pres">
      <dgm:prSet presAssocID="{B285BFDA-7022-412D-A776-B37CEA980794}" presName="Name37" presStyleLbl="parChTrans1D3" presStyleIdx="5" presStyleCnt="14"/>
      <dgm:spPr/>
    </dgm:pt>
    <dgm:pt modelId="{61551323-CACA-446C-9E0A-2D0E6C5F18C8}" type="pres">
      <dgm:prSet presAssocID="{BA06AA24-3B83-452C-8059-A41901B8856F}" presName="hierRoot2" presStyleCnt="0">
        <dgm:presLayoutVars>
          <dgm:hierBranch val="init"/>
        </dgm:presLayoutVars>
      </dgm:prSet>
      <dgm:spPr/>
    </dgm:pt>
    <dgm:pt modelId="{EA3810D3-CC7D-4E40-BD55-128CE9A12F27}" type="pres">
      <dgm:prSet presAssocID="{BA06AA24-3B83-452C-8059-A41901B8856F}" presName="rootComposite" presStyleCnt="0"/>
      <dgm:spPr/>
    </dgm:pt>
    <dgm:pt modelId="{B0C77EA2-69BF-4FE4-9BCD-A737A04ADA68}" type="pres">
      <dgm:prSet presAssocID="{BA06AA24-3B83-452C-8059-A41901B8856F}" presName="rootText" presStyleLbl="node3" presStyleIdx="5" presStyleCnt="14" custLinFactY="-200000" custLinFactNeighborX="-721" custLinFactNeighborY="-216064">
        <dgm:presLayoutVars>
          <dgm:chPref val="3"/>
        </dgm:presLayoutVars>
      </dgm:prSet>
      <dgm:spPr/>
    </dgm:pt>
    <dgm:pt modelId="{13D098D1-3FA3-4838-B96E-DEC0F7AA0A6C}" type="pres">
      <dgm:prSet presAssocID="{BA06AA24-3B83-452C-8059-A41901B8856F}" presName="rootConnector" presStyleLbl="node3" presStyleIdx="5" presStyleCnt="14"/>
      <dgm:spPr/>
    </dgm:pt>
    <dgm:pt modelId="{20BC765B-819C-43F4-92D5-999BA0B0902B}" type="pres">
      <dgm:prSet presAssocID="{BA06AA24-3B83-452C-8059-A41901B8856F}" presName="hierChild4" presStyleCnt="0"/>
      <dgm:spPr/>
    </dgm:pt>
    <dgm:pt modelId="{222ED595-9E9D-4A2B-8F87-69CE89706A41}" type="pres">
      <dgm:prSet presAssocID="{BA06AA24-3B83-452C-8059-A41901B8856F}" presName="hierChild5" presStyleCnt="0"/>
      <dgm:spPr/>
    </dgm:pt>
    <dgm:pt modelId="{7936136A-0E4F-4059-AB71-47E734BB1D4F}" type="pres">
      <dgm:prSet presAssocID="{17B4F2CC-F673-476B-9FBE-62A653413013}" presName="hierChild5" presStyleCnt="0"/>
      <dgm:spPr/>
    </dgm:pt>
    <dgm:pt modelId="{94AB5218-B03C-415A-A499-377554419ECB}" type="pres">
      <dgm:prSet presAssocID="{F98C8A82-19C3-4BBA-9AB1-7D2A3349559C}" presName="Name37" presStyleLbl="parChTrans1D2" presStyleIdx="1" presStyleCnt="5"/>
      <dgm:spPr/>
    </dgm:pt>
    <dgm:pt modelId="{39CDAE67-8C21-4F2E-911A-65E0E5050C04}" type="pres">
      <dgm:prSet presAssocID="{20A87667-FB3D-4395-924F-41649E4D021F}" presName="hierRoot2" presStyleCnt="0">
        <dgm:presLayoutVars>
          <dgm:hierBranch val="init"/>
        </dgm:presLayoutVars>
      </dgm:prSet>
      <dgm:spPr/>
    </dgm:pt>
    <dgm:pt modelId="{756E5B6D-03B1-4CDA-AD3E-073F8DF9DFD2}" type="pres">
      <dgm:prSet presAssocID="{20A87667-FB3D-4395-924F-41649E4D021F}" presName="rootComposite" presStyleCnt="0"/>
      <dgm:spPr/>
    </dgm:pt>
    <dgm:pt modelId="{7D6AC67D-0B6F-46E7-BE98-DD6460452C8B}" type="pres">
      <dgm:prSet presAssocID="{20A87667-FB3D-4395-924F-41649E4D021F}" presName="rootText" presStyleLbl="node2" presStyleIdx="1" presStyleCnt="5" custScaleX="121062" custLinFactNeighborX="17300" custLinFactNeighborY="76404">
        <dgm:presLayoutVars>
          <dgm:chPref val="3"/>
        </dgm:presLayoutVars>
      </dgm:prSet>
      <dgm:spPr/>
    </dgm:pt>
    <dgm:pt modelId="{3345B4F4-C044-46F5-864C-87C19DEA982F}" type="pres">
      <dgm:prSet presAssocID="{20A87667-FB3D-4395-924F-41649E4D021F}" presName="rootConnector" presStyleLbl="node2" presStyleIdx="1" presStyleCnt="5"/>
      <dgm:spPr/>
    </dgm:pt>
    <dgm:pt modelId="{A60D9D71-D0FE-4BE9-BB3A-5B78108C7D16}" type="pres">
      <dgm:prSet presAssocID="{20A87667-FB3D-4395-924F-41649E4D021F}" presName="hierChild4" presStyleCnt="0"/>
      <dgm:spPr/>
    </dgm:pt>
    <dgm:pt modelId="{A5D54059-6E8E-48BB-9FB2-648F8300CFC0}" type="pres">
      <dgm:prSet presAssocID="{EFA411F3-D61F-4297-8124-5EB4AF2B2E22}" presName="Name37" presStyleLbl="parChTrans1D3" presStyleIdx="6" presStyleCnt="14"/>
      <dgm:spPr/>
    </dgm:pt>
    <dgm:pt modelId="{013B8E91-5530-4DD2-94EE-7B417ADB2FB2}" type="pres">
      <dgm:prSet presAssocID="{F729BD6C-A640-4809-92FF-17FE9FED5D67}" presName="hierRoot2" presStyleCnt="0">
        <dgm:presLayoutVars>
          <dgm:hierBranch val="init"/>
        </dgm:presLayoutVars>
      </dgm:prSet>
      <dgm:spPr/>
    </dgm:pt>
    <dgm:pt modelId="{890A5BA1-23AE-433C-80E5-0E0527C704F0}" type="pres">
      <dgm:prSet presAssocID="{F729BD6C-A640-4809-92FF-17FE9FED5D67}" presName="rootComposite" presStyleCnt="0"/>
      <dgm:spPr/>
    </dgm:pt>
    <dgm:pt modelId="{9EFA3AD1-33F8-43C5-88AC-A52EB16CEE06}" type="pres">
      <dgm:prSet presAssocID="{F729BD6C-A640-4809-92FF-17FE9FED5D67}" presName="rootText" presStyleLbl="node3" presStyleIdx="6" presStyleCnt="14" custLinFactNeighborX="7208" custLinFactNeighborY="85053">
        <dgm:presLayoutVars>
          <dgm:chPref val="3"/>
        </dgm:presLayoutVars>
      </dgm:prSet>
      <dgm:spPr/>
    </dgm:pt>
    <dgm:pt modelId="{25287E74-BE42-43BA-8EF7-F7CC364B7654}" type="pres">
      <dgm:prSet presAssocID="{F729BD6C-A640-4809-92FF-17FE9FED5D67}" presName="rootConnector" presStyleLbl="node3" presStyleIdx="6" presStyleCnt="14"/>
      <dgm:spPr/>
    </dgm:pt>
    <dgm:pt modelId="{C6F0E2A9-A340-418E-A95A-3B30523A03F5}" type="pres">
      <dgm:prSet presAssocID="{F729BD6C-A640-4809-92FF-17FE9FED5D67}" presName="hierChild4" presStyleCnt="0"/>
      <dgm:spPr/>
    </dgm:pt>
    <dgm:pt modelId="{BB7DE97F-79B5-4CF0-A6DF-7E4642D493FE}" type="pres">
      <dgm:prSet presAssocID="{F729BD6C-A640-4809-92FF-17FE9FED5D67}" presName="hierChild5" presStyleCnt="0"/>
      <dgm:spPr/>
    </dgm:pt>
    <dgm:pt modelId="{26E9F0BF-65A1-427F-B05B-7D4A4DF8B519}" type="pres">
      <dgm:prSet presAssocID="{20A87667-FB3D-4395-924F-41649E4D021F}" presName="hierChild5" presStyleCnt="0"/>
      <dgm:spPr/>
    </dgm:pt>
    <dgm:pt modelId="{B677893B-FDCB-42AB-9FD9-519CFA24B63E}" type="pres">
      <dgm:prSet presAssocID="{BAB6C13A-A287-40C1-9925-6AA40CD8C0E8}" presName="Name37" presStyleLbl="parChTrans1D2" presStyleIdx="2" presStyleCnt="5"/>
      <dgm:spPr/>
    </dgm:pt>
    <dgm:pt modelId="{A9CF4B5B-668A-4846-86F9-DA51F4FA5D9C}" type="pres">
      <dgm:prSet presAssocID="{420E40DB-690D-4AE8-8A32-0DC60267557D}" presName="hierRoot2" presStyleCnt="0">
        <dgm:presLayoutVars>
          <dgm:hierBranch val="init"/>
        </dgm:presLayoutVars>
      </dgm:prSet>
      <dgm:spPr/>
    </dgm:pt>
    <dgm:pt modelId="{00A41FA4-C985-470B-8D64-C685598BE5F6}" type="pres">
      <dgm:prSet presAssocID="{420E40DB-690D-4AE8-8A32-0DC60267557D}" presName="rootComposite" presStyleCnt="0"/>
      <dgm:spPr/>
    </dgm:pt>
    <dgm:pt modelId="{4D2EFA79-0B47-40BF-9E21-FEBFC84F3509}" type="pres">
      <dgm:prSet presAssocID="{420E40DB-690D-4AE8-8A32-0DC60267557D}" presName="rootText" presStyleLbl="node2" presStyleIdx="2" presStyleCnt="5" custLinFactNeighborX="30713" custLinFactNeighborY="86496">
        <dgm:presLayoutVars>
          <dgm:chPref val="3"/>
        </dgm:presLayoutVars>
      </dgm:prSet>
      <dgm:spPr/>
    </dgm:pt>
    <dgm:pt modelId="{9CA3D3AB-F5C0-4840-A45D-DDED4231863D}" type="pres">
      <dgm:prSet presAssocID="{420E40DB-690D-4AE8-8A32-0DC60267557D}" presName="rootConnector" presStyleLbl="node2" presStyleIdx="2" presStyleCnt="5"/>
      <dgm:spPr/>
    </dgm:pt>
    <dgm:pt modelId="{B0537C69-FFAD-4F9A-9C56-828324B6547D}" type="pres">
      <dgm:prSet presAssocID="{420E40DB-690D-4AE8-8A32-0DC60267557D}" presName="hierChild4" presStyleCnt="0"/>
      <dgm:spPr/>
    </dgm:pt>
    <dgm:pt modelId="{3979EA17-E2AD-4AE6-BB9F-8276BAB5BD68}" type="pres">
      <dgm:prSet presAssocID="{2BF26497-A1AF-45B9-9E03-5EFE217ED4B2}" presName="Name37" presStyleLbl="parChTrans1D3" presStyleIdx="7" presStyleCnt="14"/>
      <dgm:spPr/>
    </dgm:pt>
    <dgm:pt modelId="{93D163DD-DEBD-4230-9498-AE34A61ECE0A}" type="pres">
      <dgm:prSet presAssocID="{A20BC2AA-0B96-41CC-88AA-5DD3AC5E25A9}" presName="hierRoot2" presStyleCnt="0">
        <dgm:presLayoutVars>
          <dgm:hierBranch val="init"/>
        </dgm:presLayoutVars>
      </dgm:prSet>
      <dgm:spPr/>
    </dgm:pt>
    <dgm:pt modelId="{DDAAAFE2-6BD6-4672-8627-08664E785A10}" type="pres">
      <dgm:prSet presAssocID="{A20BC2AA-0B96-41CC-88AA-5DD3AC5E25A9}" presName="rootComposite" presStyleCnt="0"/>
      <dgm:spPr/>
    </dgm:pt>
    <dgm:pt modelId="{5920DEB1-281C-41A4-AC2A-907895CEE1E3}" type="pres">
      <dgm:prSet presAssocID="{A20BC2AA-0B96-41CC-88AA-5DD3AC5E25A9}" presName="rootText" presStyleLbl="node3" presStyleIdx="7" presStyleCnt="14" custLinFactNeighborX="28475" custLinFactNeighborY="80729">
        <dgm:presLayoutVars>
          <dgm:chPref val="3"/>
        </dgm:presLayoutVars>
      </dgm:prSet>
      <dgm:spPr/>
    </dgm:pt>
    <dgm:pt modelId="{54CC01A6-961A-43DA-9CD1-2CAB19E29009}" type="pres">
      <dgm:prSet presAssocID="{A20BC2AA-0B96-41CC-88AA-5DD3AC5E25A9}" presName="rootConnector" presStyleLbl="node3" presStyleIdx="7" presStyleCnt="14"/>
      <dgm:spPr/>
    </dgm:pt>
    <dgm:pt modelId="{342D1D2D-E9CD-4A2D-9097-B79D97B5D384}" type="pres">
      <dgm:prSet presAssocID="{A20BC2AA-0B96-41CC-88AA-5DD3AC5E25A9}" presName="hierChild4" presStyleCnt="0"/>
      <dgm:spPr/>
    </dgm:pt>
    <dgm:pt modelId="{0BB9BF5A-FAC6-4A91-9C34-6A0C6084E682}" type="pres">
      <dgm:prSet presAssocID="{A20BC2AA-0B96-41CC-88AA-5DD3AC5E25A9}" presName="hierChild5" presStyleCnt="0"/>
      <dgm:spPr/>
    </dgm:pt>
    <dgm:pt modelId="{A01CAADA-5401-4DE8-A8D2-C73A21F8298C}" type="pres">
      <dgm:prSet presAssocID="{C18EECA6-EC19-44C7-91CE-F39EA4D2B8BA}" presName="Name37" presStyleLbl="parChTrans1D3" presStyleIdx="8" presStyleCnt="14"/>
      <dgm:spPr/>
    </dgm:pt>
    <dgm:pt modelId="{121E3C80-3FF6-4197-BE9A-847F9BEC7E86}" type="pres">
      <dgm:prSet presAssocID="{F06E9693-5B24-490C-A822-EC01E335E0B2}" presName="hierRoot2" presStyleCnt="0">
        <dgm:presLayoutVars>
          <dgm:hierBranch val="init"/>
        </dgm:presLayoutVars>
      </dgm:prSet>
      <dgm:spPr/>
    </dgm:pt>
    <dgm:pt modelId="{9C2D03C8-0159-4AEF-8BC4-3427DF88D096}" type="pres">
      <dgm:prSet presAssocID="{F06E9693-5B24-490C-A822-EC01E335E0B2}" presName="rootComposite" presStyleCnt="0"/>
      <dgm:spPr/>
    </dgm:pt>
    <dgm:pt modelId="{7EA49A5D-514A-4833-918C-0829F327C3B7}" type="pres">
      <dgm:prSet presAssocID="{F06E9693-5B24-490C-A822-EC01E335E0B2}" presName="rootText" presStyleLbl="node3" presStyleIdx="8" presStyleCnt="14" custLinFactX="-10355" custLinFactNeighborX="-100000" custLinFactNeighborY="67339">
        <dgm:presLayoutVars>
          <dgm:chPref val="3"/>
        </dgm:presLayoutVars>
      </dgm:prSet>
      <dgm:spPr/>
    </dgm:pt>
    <dgm:pt modelId="{E7DD4A4C-D53F-4356-8ECF-F9881B38EB1C}" type="pres">
      <dgm:prSet presAssocID="{F06E9693-5B24-490C-A822-EC01E335E0B2}" presName="rootConnector" presStyleLbl="node3" presStyleIdx="8" presStyleCnt="14"/>
      <dgm:spPr/>
    </dgm:pt>
    <dgm:pt modelId="{AEF7E9B0-EB54-43E5-B5F5-A056BAB7858C}" type="pres">
      <dgm:prSet presAssocID="{F06E9693-5B24-490C-A822-EC01E335E0B2}" presName="hierChild4" presStyleCnt="0"/>
      <dgm:spPr/>
    </dgm:pt>
    <dgm:pt modelId="{DDBC6A1C-88BC-4BF8-982D-8DCE31733866}" type="pres">
      <dgm:prSet presAssocID="{F06E9693-5B24-490C-A822-EC01E335E0B2}" presName="hierChild5" presStyleCnt="0"/>
      <dgm:spPr/>
    </dgm:pt>
    <dgm:pt modelId="{16EB75E7-A40B-49CA-9A39-67F61AE68842}" type="pres">
      <dgm:prSet presAssocID="{420E40DB-690D-4AE8-8A32-0DC60267557D}" presName="hierChild5" presStyleCnt="0"/>
      <dgm:spPr/>
    </dgm:pt>
    <dgm:pt modelId="{3EC7FE5F-C521-441D-B332-CE1BB4930D73}" type="pres">
      <dgm:prSet presAssocID="{0F3909B0-D978-42E7-9041-571FD380BBDA}" presName="Name37" presStyleLbl="parChTrans1D2" presStyleIdx="3" presStyleCnt="5"/>
      <dgm:spPr/>
    </dgm:pt>
    <dgm:pt modelId="{1456D000-9728-48EC-9656-0B552099185B}" type="pres">
      <dgm:prSet presAssocID="{89F66D72-EA38-4E2B-9A22-22D8DF991DEB}" presName="hierRoot2" presStyleCnt="0">
        <dgm:presLayoutVars>
          <dgm:hierBranch val="init"/>
        </dgm:presLayoutVars>
      </dgm:prSet>
      <dgm:spPr/>
    </dgm:pt>
    <dgm:pt modelId="{447757C5-2C77-44D8-BB41-7A3312C0A478}" type="pres">
      <dgm:prSet presAssocID="{89F66D72-EA38-4E2B-9A22-22D8DF991DEB}" presName="rootComposite" presStyleCnt="0"/>
      <dgm:spPr/>
    </dgm:pt>
    <dgm:pt modelId="{ABC0A511-B8B4-4FCE-A187-B624B2C29388}" type="pres">
      <dgm:prSet presAssocID="{89F66D72-EA38-4E2B-9A22-22D8DF991DEB}" presName="rootText" presStyleLbl="node2" presStyleIdx="3" presStyleCnt="5" custLinFactNeighborX="50456" custLinFactNeighborY="98029">
        <dgm:presLayoutVars>
          <dgm:chPref val="3"/>
        </dgm:presLayoutVars>
      </dgm:prSet>
      <dgm:spPr/>
    </dgm:pt>
    <dgm:pt modelId="{87A7BB13-F4A9-435E-9283-FEB54C00EAD8}" type="pres">
      <dgm:prSet presAssocID="{89F66D72-EA38-4E2B-9A22-22D8DF991DEB}" presName="rootConnector" presStyleLbl="node2" presStyleIdx="3" presStyleCnt="5"/>
      <dgm:spPr/>
    </dgm:pt>
    <dgm:pt modelId="{D94565FA-1B18-4973-90B4-A006BF57C795}" type="pres">
      <dgm:prSet presAssocID="{89F66D72-EA38-4E2B-9A22-22D8DF991DEB}" presName="hierChild4" presStyleCnt="0"/>
      <dgm:spPr/>
    </dgm:pt>
    <dgm:pt modelId="{988C8143-B572-4B5B-8A78-E28EE9CA569A}" type="pres">
      <dgm:prSet presAssocID="{66B6F93F-F81B-4E3D-83F1-F21FCCD219CF}" presName="Name37" presStyleLbl="parChTrans1D3" presStyleIdx="9" presStyleCnt="14"/>
      <dgm:spPr/>
    </dgm:pt>
    <dgm:pt modelId="{2129C42D-F343-4135-A46B-2B5967CE0C9B}" type="pres">
      <dgm:prSet presAssocID="{50EA4253-379D-494A-AC71-FF2A404F259E}" presName="hierRoot2" presStyleCnt="0">
        <dgm:presLayoutVars>
          <dgm:hierBranch val="init"/>
        </dgm:presLayoutVars>
      </dgm:prSet>
      <dgm:spPr/>
    </dgm:pt>
    <dgm:pt modelId="{CE8B5E73-4519-402C-A4B7-C31CE5B7CE77}" type="pres">
      <dgm:prSet presAssocID="{50EA4253-379D-494A-AC71-FF2A404F259E}" presName="rootComposite" presStyleCnt="0"/>
      <dgm:spPr/>
    </dgm:pt>
    <dgm:pt modelId="{00748880-6D8B-4206-9CDA-D162A08ADCE6}" type="pres">
      <dgm:prSet presAssocID="{50EA4253-379D-494A-AC71-FF2A404F259E}" presName="rootText" presStyleLbl="node3" presStyleIdx="9" presStyleCnt="14" custLinFactY="8120" custLinFactNeighborX="48799" custLinFactNeighborY="100000">
        <dgm:presLayoutVars>
          <dgm:chPref val="3"/>
        </dgm:presLayoutVars>
      </dgm:prSet>
      <dgm:spPr/>
    </dgm:pt>
    <dgm:pt modelId="{977035EB-C1E4-42A9-AB0A-AFB9B7D9D246}" type="pres">
      <dgm:prSet presAssocID="{50EA4253-379D-494A-AC71-FF2A404F259E}" presName="rootConnector" presStyleLbl="node3" presStyleIdx="9" presStyleCnt="14"/>
      <dgm:spPr/>
    </dgm:pt>
    <dgm:pt modelId="{2EA04CF4-85C6-4498-9FB5-DEFE2DEA1F11}" type="pres">
      <dgm:prSet presAssocID="{50EA4253-379D-494A-AC71-FF2A404F259E}" presName="hierChild4" presStyleCnt="0"/>
      <dgm:spPr/>
    </dgm:pt>
    <dgm:pt modelId="{0A5CCA0E-1A43-4618-8896-CF21FDE7A29D}" type="pres">
      <dgm:prSet presAssocID="{50EA4253-379D-494A-AC71-FF2A404F259E}" presName="hierChild5" presStyleCnt="0"/>
      <dgm:spPr/>
    </dgm:pt>
    <dgm:pt modelId="{2DDD7089-842D-483A-AE20-CCD340F24B34}" type="pres">
      <dgm:prSet presAssocID="{F6A6A5D1-22CA-4613-8887-4D22F7F7B3F5}" presName="Name37" presStyleLbl="parChTrans1D3" presStyleIdx="10" presStyleCnt="14"/>
      <dgm:spPr/>
    </dgm:pt>
    <dgm:pt modelId="{57C78A77-A78D-4F3D-904F-D2A1BA762A33}" type="pres">
      <dgm:prSet presAssocID="{E69666C4-6AEE-45F7-A026-8086101AF9E5}" presName="hierRoot2" presStyleCnt="0">
        <dgm:presLayoutVars>
          <dgm:hierBranch val="init"/>
        </dgm:presLayoutVars>
      </dgm:prSet>
      <dgm:spPr/>
    </dgm:pt>
    <dgm:pt modelId="{DF46B79A-F744-4C06-B738-01DA6B5F5C19}" type="pres">
      <dgm:prSet presAssocID="{E69666C4-6AEE-45F7-A026-8086101AF9E5}" presName="rootComposite" presStyleCnt="0"/>
      <dgm:spPr/>
    </dgm:pt>
    <dgm:pt modelId="{1CD83716-6817-4405-B432-38D531CB0BF3}" type="pres">
      <dgm:prSet presAssocID="{E69666C4-6AEE-45F7-A026-8086101AF9E5}" presName="rootText" presStyleLbl="node3" presStyleIdx="10" presStyleCnt="14" custLinFactNeighborX="-77847" custLinFactNeighborY="77846">
        <dgm:presLayoutVars>
          <dgm:chPref val="3"/>
        </dgm:presLayoutVars>
      </dgm:prSet>
      <dgm:spPr/>
    </dgm:pt>
    <dgm:pt modelId="{2264959D-B6FE-4193-9910-C097AC569646}" type="pres">
      <dgm:prSet presAssocID="{E69666C4-6AEE-45F7-A026-8086101AF9E5}" presName="rootConnector" presStyleLbl="node3" presStyleIdx="10" presStyleCnt="14"/>
      <dgm:spPr/>
    </dgm:pt>
    <dgm:pt modelId="{5CE936B2-356F-434C-A961-9210C5D4EE61}" type="pres">
      <dgm:prSet presAssocID="{E69666C4-6AEE-45F7-A026-8086101AF9E5}" presName="hierChild4" presStyleCnt="0"/>
      <dgm:spPr/>
    </dgm:pt>
    <dgm:pt modelId="{EAED1085-E9FA-4A62-BA93-BC6809395AD8}" type="pres">
      <dgm:prSet presAssocID="{E69666C4-6AEE-45F7-A026-8086101AF9E5}" presName="hierChild5" presStyleCnt="0"/>
      <dgm:spPr/>
    </dgm:pt>
    <dgm:pt modelId="{F75EBBDE-4AD0-46C9-8220-9B96E2986A78}" type="pres">
      <dgm:prSet presAssocID="{89F66D72-EA38-4E2B-9A22-22D8DF991DEB}" presName="hierChild5" presStyleCnt="0"/>
      <dgm:spPr/>
    </dgm:pt>
    <dgm:pt modelId="{FF392F7C-E6BC-4361-BCA6-2AA464D4BC4E}" type="pres">
      <dgm:prSet presAssocID="{9611FC3A-ACEF-4B0D-BE78-70FFDDFDEEDD}" presName="Name37" presStyleLbl="parChTrans1D2" presStyleIdx="4" presStyleCnt="5"/>
      <dgm:spPr/>
    </dgm:pt>
    <dgm:pt modelId="{72AF75BC-8B21-4C47-AE7A-E76CD1B62708}" type="pres">
      <dgm:prSet presAssocID="{408F320A-DC6B-44B7-8D7E-51CF3423FB7E}" presName="hierRoot2" presStyleCnt="0">
        <dgm:presLayoutVars>
          <dgm:hierBranch val="init"/>
        </dgm:presLayoutVars>
      </dgm:prSet>
      <dgm:spPr/>
    </dgm:pt>
    <dgm:pt modelId="{C9F85A6C-A18A-40ED-AD6A-DC8455ADB043}" type="pres">
      <dgm:prSet presAssocID="{408F320A-DC6B-44B7-8D7E-51CF3423FB7E}" presName="rootComposite" presStyleCnt="0"/>
      <dgm:spPr/>
    </dgm:pt>
    <dgm:pt modelId="{E86ADA52-81A3-42DA-B232-32886A975C59}" type="pres">
      <dgm:prSet presAssocID="{408F320A-DC6B-44B7-8D7E-51CF3423FB7E}" presName="rootText" presStyleLbl="node2" presStyleIdx="4" presStyleCnt="5" custLinFactNeighborX="69197" custLinFactNeighborY="98028">
        <dgm:presLayoutVars>
          <dgm:chPref val="3"/>
        </dgm:presLayoutVars>
      </dgm:prSet>
      <dgm:spPr/>
    </dgm:pt>
    <dgm:pt modelId="{975BE04A-09A5-4EA1-AB02-8C4BA6A207F0}" type="pres">
      <dgm:prSet presAssocID="{408F320A-DC6B-44B7-8D7E-51CF3423FB7E}" presName="rootConnector" presStyleLbl="node2" presStyleIdx="4" presStyleCnt="5"/>
      <dgm:spPr/>
    </dgm:pt>
    <dgm:pt modelId="{406FA5D7-EA52-4EAC-AD52-5383A51985C8}" type="pres">
      <dgm:prSet presAssocID="{408F320A-DC6B-44B7-8D7E-51CF3423FB7E}" presName="hierChild4" presStyleCnt="0"/>
      <dgm:spPr/>
    </dgm:pt>
    <dgm:pt modelId="{39199D63-C449-4EB0-9193-9F11A5FCFF3F}" type="pres">
      <dgm:prSet presAssocID="{70971D34-5F07-4986-B7AA-CEDF6A35749E}" presName="Name37" presStyleLbl="parChTrans1D3" presStyleIdx="11" presStyleCnt="14"/>
      <dgm:spPr/>
    </dgm:pt>
    <dgm:pt modelId="{B99F638C-52A8-42ED-A0BB-3FECF366D277}" type="pres">
      <dgm:prSet presAssocID="{D8EB794E-2FC7-48AD-B985-5655729ED573}" presName="hierRoot2" presStyleCnt="0">
        <dgm:presLayoutVars>
          <dgm:hierBranch val="init"/>
        </dgm:presLayoutVars>
      </dgm:prSet>
      <dgm:spPr/>
    </dgm:pt>
    <dgm:pt modelId="{D2D43C49-F956-4B98-B8D1-B18E17938990}" type="pres">
      <dgm:prSet presAssocID="{D8EB794E-2FC7-48AD-B985-5655729ED573}" presName="rootComposite" presStyleCnt="0"/>
      <dgm:spPr/>
    </dgm:pt>
    <dgm:pt modelId="{9BAF8ADB-B70C-4154-8183-B61A6E07D0A7}" type="pres">
      <dgm:prSet presAssocID="{D8EB794E-2FC7-48AD-B985-5655729ED573}" presName="rootText" presStyleLbl="node3" presStyleIdx="11" presStyleCnt="14" custLinFactNeighborX="68476" custLinFactNeighborY="83613">
        <dgm:presLayoutVars>
          <dgm:chPref val="3"/>
        </dgm:presLayoutVars>
      </dgm:prSet>
      <dgm:spPr/>
    </dgm:pt>
    <dgm:pt modelId="{92894DE1-8470-4633-9C09-702F5B4CFD15}" type="pres">
      <dgm:prSet presAssocID="{D8EB794E-2FC7-48AD-B985-5655729ED573}" presName="rootConnector" presStyleLbl="node3" presStyleIdx="11" presStyleCnt="14"/>
      <dgm:spPr/>
    </dgm:pt>
    <dgm:pt modelId="{9B918A7C-316C-4270-8B16-819F62DEDC29}" type="pres">
      <dgm:prSet presAssocID="{D8EB794E-2FC7-48AD-B985-5655729ED573}" presName="hierChild4" presStyleCnt="0"/>
      <dgm:spPr/>
    </dgm:pt>
    <dgm:pt modelId="{2A16422D-0C16-4EDD-8AC3-2CC12EADD0E9}" type="pres">
      <dgm:prSet presAssocID="{D8EB794E-2FC7-48AD-B985-5655729ED573}" presName="hierChild5" presStyleCnt="0"/>
      <dgm:spPr/>
    </dgm:pt>
    <dgm:pt modelId="{4D6CD42E-E81D-445A-B4CB-9A6DB00CA16F}" type="pres">
      <dgm:prSet presAssocID="{520FF6A7-022B-4493-BE55-42745A441E9A}" presName="Name37" presStyleLbl="parChTrans1D3" presStyleIdx="12" presStyleCnt="14"/>
      <dgm:spPr/>
    </dgm:pt>
    <dgm:pt modelId="{6973E1C1-C090-40AB-A8A9-249855BCE474}" type="pres">
      <dgm:prSet presAssocID="{07A6F841-A0B5-4C2A-A2FA-FB61B6C35877}" presName="hierRoot2" presStyleCnt="0">
        <dgm:presLayoutVars>
          <dgm:hierBranch val="init"/>
        </dgm:presLayoutVars>
      </dgm:prSet>
      <dgm:spPr/>
    </dgm:pt>
    <dgm:pt modelId="{C4673867-7635-43F6-950B-3FC3DBFAA95E}" type="pres">
      <dgm:prSet presAssocID="{07A6F841-A0B5-4C2A-A2FA-FB61B6C35877}" presName="rootComposite" presStyleCnt="0"/>
      <dgm:spPr/>
    </dgm:pt>
    <dgm:pt modelId="{3C14D48A-5FBD-4753-AB40-6E2F9FF5CC60}" type="pres">
      <dgm:prSet presAssocID="{07A6F841-A0B5-4C2A-A2FA-FB61B6C35877}" presName="rootText" presStyleLbl="node3" presStyleIdx="12" presStyleCnt="14" custLinFactNeighborX="68476" custLinFactNeighborY="83613">
        <dgm:presLayoutVars>
          <dgm:chPref val="3"/>
        </dgm:presLayoutVars>
      </dgm:prSet>
      <dgm:spPr/>
    </dgm:pt>
    <dgm:pt modelId="{FA4A0ECA-22A8-4878-A623-CF2825E772F1}" type="pres">
      <dgm:prSet presAssocID="{07A6F841-A0B5-4C2A-A2FA-FB61B6C35877}" presName="rootConnector" presStyleLbl="node3" presStyleIdx="12" presStyleCnt="14"/>
      <dgm:spPr/>
    </dgm:pt>
    <dgm:pt modelId="{D75DBB06-53A8-43FF-A495-F9781A3327CC}" type="pres">
      <dgm:prSet presAssocID="{07A6F841-A0B5-4C2A-A2FA-FB61B6C35877}" presName="hierChild4" presStyleCnt="0"/>
      <dgm:spPr/>
    </dgm:pt>
    <dgm:pt modelId="{7C4521AF-16D4-4F93-9193-89278DF927E4}" type="pres">
      <dgm:prSet presAssocID="{07A6F841-A0B5-4C2A-A2FA-FB61B6C35877}" presName="hierChild5" presStyleCnt="0"/>
      <dgm:spPr/>
    </dgm:pt>
    <dgm:pt modelId="{0A95353F-F3FC-4EFB-8C44-029092A75C29}" type="pres">
      <dgm:prSet presAssocID="{33156E9E-0706-4DF9-8C82-406E9104A818}" presName="Name37" presStyleLbl="parChTrans1D3" presStyleIdx="13" presStyleCnt="14"/>
      <dgm:spPr/>
    </dgm:pt>
    <dgm:pt modelId="{2391705C-2D2C-48F8-8DD7-1C61F89C7B6A}" type="pres">
      <dgm:prSet presAssocID="{25727F5C-5336-4C79-ADEC-253D5294CC3F}" presName="hierRoot2" presStyleCnt="0">
        <dgm:presLayoutVars>
          <dgm:hierBranch val="init"/>
        </dgm:presLayoutVars>
      </dgm:prSet>
      <dgm:spPr/>
    </dgm:pt>
    <dgm:pt modelId="{B64E54BD-85C7-4E5F-8FAE-DC3CBDC9B2EB}" type="pres">
      <dgm:prSet presAssocID="{25727F5C-5336-4C79-ADEC-253D5294CC3F}" presName="rootComposite" presStyleCnt="0"/>
      <dgm:spPr/>
    </dgm:pt>
    <dgm:pt modelId="{81347858-F95C-4DA7-86B0-FB33EAA4401B}" type="pres">
      <dgm:prSet presAssocID="{25727F5C-5336-4C79-ADEC-253D5294CC3F}" presName="rootText" presStyleLbl="node3" presStyleIdx="13" presStyleCnt="14" custLinFactNeighborX="-56943" custLinFactNeighborY="-18740">
        <dgm:presLayoutVars>
          <dgm:chPref val="3"/>
        </dgm:presLayoutVars>
      </dgm:prSet>
      <dgm:spPr/>
    </dgm:pt>
    <dgm:pt modelId="{0964FDB6-9CB1-49F5-B0AC-7FD7320D718D}" type="pres">
      <dgm:prSet presAssocID="{25727F5C-5336-4C79-ADEC-253D5294CC3F}" presName="rootConnector" presStyleLbl="node3" presStyleIdx="13" presStyleCnt="14"/>
      <dgm:spPr/>
    </dgm:pt>
    <dgm:pt modelId="{641663BB-233B-46F9-BFF8-428EA90BE9C4}" type="pres">
      <dgm:prSet presAssocID="{25727F5C-5336-4C79-ADEC-253D5294CC3F}" presName="hierChild4" presStyleCnt="0"/>
      <dgm:spPr/>
    </dgm:pt>
    <dgm:pt modelId="{951C7219-063B-4DA0-81AC-2FDAE453BC79}" type="pres">
      <dgm:prSet presAssocID="{25727F5C-5336-4C79-ADEC-253D5294CC3F}" presName="hierChild5" presStyleCnt="0"/>
      <dgm:spPr/>
    </dgm:pt>
    <dgm:pt modelId="{4C285287-EBEC-49D3-9B5D-41BDB3257418}" type="pres">
      <dgm:prSet presAssocID="{408F320A-DC6B-44B7-8D7E-51CF3423FB7E}" presName="hierChild5" presStyleCnt="0"/>
      <dgm:spPr/>
    </dgm:pt>
    <dgm:pt modelId="{7DD24287-7943-4CE2-9AB6-09AF1FA5D1B6}" type="pres">
      <dgm:prSet presAssocID="{A9192D17-D315-4D43-A2ED-34C7DB0FE7F8}" presName="hierChild3" presStyleCnt="0"/>
      <dgm:spPr/>
    </dgm:pt>
  </dgm:ptLst>
  <dgm:cxnLst>
    <dgm:cxn modelId="{57E36702-5977-4F00-A162-CCAE9B435A43}" type="presOf" srcId="{2BF26497-A1AF-45B9-9E03-5EFE217ED4B2}" destId="{3979EA17-E2AD-4AE6-BB9F-8276BAB5BD68}" srcOrd="0" destOrd="0" presId="urn:microsoft.com/office/officeart/2005/8/layout/orgChart1"/>
    <dgm:cxn modelId="{9DD83103-25CE-4E28-867B-F42D924AA566}" type="presOf" srcId="{86001F7E-B515-4412-949F-ED69526EB78E}" destId="{30FDB2B8-68F3-41A3-B0A4-0AE8B0DC20F8}" srcOrd="0" destOrd="0" presId="urn:microsoft.com/office/officeart/2005/8/layout/orgChart1"/>
    <dgm:cxn modelId="{4E3EEE09-F95E-4291-862C-2E2EE48BE446}" type="presOf" srcId="{BA06AA24-3B83-452C-8059-A41901B8856F}" destId="{B0C77EA2-69BF-4FE4-9BCD-A737A04ADA68}" srcOrd="0" destOrd="0" presId="urn:microsoft.com/office/officeart/2005/8/layout/orgChart1"/>
    <dgm:cxn modelId="{BAC4630C-3848-452B-ABAA-3E034369918A}" srcId="{A9192D17-D315-4D43-A2ED-34C7DB0FE7F8}" destId="{89F66D72-EA38-4E2B-9A22-22D8DF991DEB}" srcOrd="3" destOrd="0" parTransId="{0F3909B0-D978-42E7-9041-571FD380BBDA}" sibTransId="{5F650751-79BB-4BCE-A88A-61F833434DB4}"/>
    <dgm:cxn modelId="{7C577812-147F-4A76-A5D6-1D29E20593A4}" type="presOf" srcId="{E69666C4-6AEE-45F7-A026-8086101AF9E5}" destId="{2264959D-B6FE-4193-9910-C097AC569646}" srcOrd="1" destOrd="0" presId="urn:microsoft.com/office/officeart/2005/8/layout/orgChart1"/>
    <dgm:cxn modelId="{439B2414-8B2D-4D53-8B7E-D221D0DC2B7F}" type="presOf" srcId="{33156E9E-0706-4DF9-8C82-406E9104A818}" destId="{0A95353F-F3FC-4EFB-8C44-029092A75C29}" srcOrd="0" destOrd="0" presId="urn:microsoft.com/office/officeart/2005/8/layout/orgChart1"/>
    <dgm:cxn modelId="{BC23CC14-CD76-4B37-9B9E-8EDE5AEFD03D}" type="presOf" srcId="{408F320A-DC6B-44B7-8D7E-51CF3423FB7E}" destId="{975BE04A-09A5-4EA1-AB02-8C4BA6A207F0}" srcOrd="1" destOrd="0" presId="urn:microsoft.com/office/officeart/2005/8/layout/orgChart1"/>
    <dgm:cxn modelId="{853DC51B-06C0-4CD2-885F-5F8C508C8D9F}" srcId="{86001F7E-B515-4412-949F-ED69526EB78E}" destId="{A9192D17-D315-4D43-A2ED-34C7DB0FE7F8}" srcOrd="0" destOrd="0" parTransId="{F8105E7C-7DB0-4CE9-924B-03F8E6799161}" sibTransId="{EE80D8F0-DFFF-4D3F-959B-2D4E2BD15A69}"/>
    <dgm:cxn modelId="{D8862623-67E8-434D-AD9C-E7A8DEF7694A}" type="presOf" srcId="{6A8AF8C5-0BCD-4533-B983-792BE59759FB}" destId="{C609BEBD-356E-4497-99B7-55F84641A6C5}" srcOrd="0" destOrd="0" presId="urn:microsoft.com/office/officeart/2005/8/layout/orgChart1"/>
    <dgm:cxn modelId="{C7A1B329-09F3-4ACA-A274-7A75E722C79A}" srcId="{17B4F2CC-F673-476B-9FBE-62A653413013}" destId="{6A8AF8C5-0BCD-4533-B983-792BE59759FB}" srcOrd="2" destOrd="0" parTransId="{198FF7EA-6795-45C4-A780-5EEE59FF5A60}" sibTransId="{6E9FDB83-8A3C-49AF-9507-2FD71D283B00}"/>
    <dgm:cxn modelId="{F304D833-F2F6-4F8E-AFAA-C2760B635087}" type="presOf" srcId="{F6A6A5D1-22CA-4613-8887-4D22F7F7B3F5}" destId="{2DDD7089-842D-483A-AE20-CCD340F24B34}" srcOrd="0" destOrd="0" presId="urn:microsoft.com/office/officeart/2005/8/layout/orgChart1"/>
    <dgm:cxn modelId="{743BA435-40D5-4C05-82D1-ECB32637C42E}" type="presOf" srcId="{7882AD01-D81D-4D05-BE1A-5C8A491DD0B8}" destId="{AF770936-C06F-4704-932D-201E6924B1F1}" srcOrd="0" destOrd="0" presId="urn:microsoft.com/office/officeart/2005/8/layout/orgChart1"/>
    <dgm:cxn modelId="{F92C2836-C9AE-4F21-8B5C-9B82B464A0D8}" type="presOf" srcId="{6A8AF8C5-0BCD-4533-B983-792BE59759FB}" destId="{FA9F7F55-C9E0-4890-A958-5CD77289ECA0}" srcOrd="1" destOrd="0" presId="urn:microsoft.com/office/officeart/2005/8/layout/orgChart1"/>
    <dgm:cxn modelId="{8D6F2437-7140-45D5-99A8-53ECFE1B6D88}" type="presOf" srcId="{D8EB794E-2FC7-48AD-B985-5655729ED573}" destId="{92894DE1-8470-4633-9C09-702F5B4CFD15}" srcOrd="1" destOrd="0" presId="urn:microsoft.com/office/officeart/2005/8/layout/orgChart1"/>
    <dgm:cxn modelId="{AA37CE38-C988-46F3-8F5D-2EB8125239F8}" srcId="{408F320A-DC6B-44B7-8D7E-51CF3423FB7E}" destId="{07A6F841-A0B5-4C2A-A2FA-FB61B6C35877}" srcOrd="1" destOrd="0" parTransId="{520FF6A7-022B-4493-BE55-42745A441E9A}" sibTransId="{B9C1AB5D-0CEA-4385-B088-A2990F3CC9A2}"/>
    <dgm:cxn modelId="{51746C3D-4093-4D4C-8BE2-02CC0D2B6245}" srcId="{408F320A-DC6B-44B7-8D7E-51CF3423FB7E}" destId="{D8EB794E-2FC7-48AD-B985-5655729ED573}" srcOrd="0" destOrd="0" parTransId="{70971D34-5F07-4986-B7AA-CEDF6A35749E}" sibTransId="{BE3E6785-563E-4726-8146-5EF00AE5D2D6}"/>
    <dgm:cxn modelId="{31479D3F-B52F-4DB9-B867-960982561AE0}" type="presOf" srcId="{66B6F93F-F81B-4E3D-83F1-F21FCCD219CF}" destId="{988C8143-B572-4B5B-8A78-E28EE9CA569A}" srcOrd="0" destOrd="0" presId="urn:microsoft.com/office/officeart/2005/8/layout/orgChart1"/>
    <dgm:cxn modelId="{9259885B-547B-4C67-86CB-566A3042D4C2}" type="presOf" srcId="{F399AF33-3F39-439C-9DCF-4C1EBA048808}" destId="{71CD76CF-2BC9-4584-8CE9-0F6CC43CFF44}" srcOrd="0" destOrd="0" presId="urn:microsoft.com/office/officeart/2005/8/layout/orgChart1"/>
    <dgm:cxn modelId="{ABBB425E-75C0-4598-979F-B602324E80BE}" type="presOf" srcId="{B285BFDA-7022-412D-A776-B37CEA980794}" destId="{1DF1D100-6B72-49D2-9E40-7D00BCFC897C}" srcOrd="0" destOrd="0" presId="urn:microsoft.com/office/officeart/2005/8/layout/orgChart1"/>
    <dgm:cxn modelId="{1312C55E-81E9-48E7-B9DB-3CA5EC21CFF2}" type="presOf" srcId="{11E016E6-3DD6-47D2-83B7-96D992782666}" destId="{3CFF9967-1694-46A0-B49B-7411CF91A982}" srcOrd="0" destOrd="0" presId="urn:microsoft.com/office/officeart/2005/8/layout/orgChart1"/>
    <dgm:cxn modelId="{576F9C41-43CB-4D3F-96E8-AAD07523C696}" type="presOf" srcId="{50EA4253-379D-494A-AC71-FF2A404F259E}" destId="{977035EB-C1E4-42A9-AB0A-AFB9B7D9D246}" srcOrd="1" destOrd="0" presId="urn:microsoft.com/office/officeart/2005/8/layout/orgChart1"/>
    <dgm:cxn modelId="{396F1963-203C-4917-B96F-18348B32C445}" type="presOf" srcId="{BAB6C13A-A287-40C1-9925-6AA40CD8C0E8}" destId="{B677893B-FDCB-42AB-9FD9-519CFA24B63E}" srcOrd="0" destOrd="0" presId="urn:microsoft.com/office/officeart/2005/8/layout/orgChart1"/>
    <dgm:cxn modelId="{B15D6963-C233-4380-90AA-52478B9202E9}" type="presOf" srcId="{408F320A-DC6B-44B7-8D7E-51CF3423FB7E}" destId="{E86ADA52-81A3-42DA-B232-32886A975C59}" srcOrd="0" destOrd="0" presId="urn:microsoft.com/office/officeart/2005/8/layout/orgChart1"/>
    <dgm:cxn modelId="{FCCFE644-679B-4852-8F62-E200ABB00B1A}" type="presOf" srcId="{9DC9D4B5-A81D-4751-B6E4-39F157666715}" destId="{BF441680-D134-45FC-8A20-E4895F27A76A}" srcOrd="0" destOrd="0" presId="urn:microsoft.com/office/officeart/2005/8/layout/orgChart1"/>
    <dgm:cxn modelId="{D2877F66-D08C-44EE-A4EE-7040A1690A47}" srcId="{17B4F2CC-F673-476B-9FBE-62A653413013}" destId="{7882AD01-D81D-4D05-BE1A-5C8A491DD0B8}" srcOrd="0" destOrd="0" parTransId="{F399AF33-3F39-439C-9DCF-4C1EBA048808}" sibTransId="{5E7ECF30-6725-4B49-950C-50C782263143}"/>
    <dgm:cxn modelId="{83899D47-F0F9-464D-B5CB-D360782D66AC}" type="presOf" srcId="{17B4F2CC-F673-476B-9FBE-62A653413013}" destId="{F4F63BE0-412D-4B9B-BB8B-7BCCF4D11DB9}" srcOrd="1" destOrd="0" presId="urn:microsoft.com/office/officeart/2005/8/layout/orgChart1"/>
    <dgm:cxn modelId="{F88EB447-8B9E-4E05-AF35-0034CA9B5BB5}" srcId="{A9192D17-D315-4D43-A2ED-34C7DB0FE7F8}" destId="{17B4F2CC-F673-476B-9FBE-62A653413013}" srcOrd="0" destOrd="0" parTransId="{60A5C344-CD63-47B8-A15C-CEB9EC392D8F}" sibTransId="{8E1FF1CB-F105-454A-A5D2-2F09A25F8F6D}"/>
    <dgm:cxn modelId="{CAF4A968-AB4F-4A6B-AA9D-7CBF35CFDA00}" type="presOf" srcId="{BA06AA24-3B83-452C-8059-A41901B8856F}" destId="{13D098D1-3FA3-4838-B96E-DEC0F7AA0A6C}" srcOrd="1" destOrd="0" presId="urn:microsoft.com/office/officeart/2005/8/layout/orgChart1"/>
    <dgm:cxn modelId="{C83A394B-FDF7-4456-8F19-840BAE258ECA}" type="presOf" srcId="{20A87667-FB3D-4395-924F-41649E4D021F}" destId="{7D6AC67D-0B6F-46E7-BE98-DD6460452C8B}" srcOrd="0" destOrd="0" presId="urn:microsoft.com/office/officeart/2005/8/layout/orgChart1"/>
    <dgm:cxn modelId="{710B446C-19AA-48DE-B93B-61251EF261A6}" type="presOf" srcId="{89F66D72-EA38-4E2B-9A22-22D8DF991DEB}" destId="{ABC0A511-B8B4-4FCE-A187-B624B2C29388}" srcOrd="0" destOrd="0" presId="urn:microsoft.com/office/officeart/2005/8/layout/orgChart1"/>
    <dgm:cxn modelId="{A734A370-39F4-4DD7-866D-8792FD1251BF}" type="presOf" srcId="{9611FC3A-ACEF-4B0D-BE78-70FFDDFDEEDD}" destId="{FF392F7C-E6BC-4361-BCA6-2AA464D4BC4E}" srcOrd="0" destOrd="0" presId="urn:microsoft.com/office/officeart/2005/8/layout/orgChart1"/>
    <dgm:cxn modelId="{DAE41751-2DEE-4123-BC22-506AD11C128D}" type="presOf" srcId="{A20BC2AA-0B96-41CC-88AA-5DD3AC5E25A9}" destId="{5920DEB1-281C-41A4-AC2A-907895CEE1E3}" srcOrd="0" destOrd="0" presId="urn:microsoft.com/office/officeart/2005/8/layout/orgChart1"/>
    <dgm:cxn modelId="{5DF19C73-582B-47BD-A74B-9424E3225328}" type="presOf" srcId="{F06E9693-5B24-490C-A822-EC01E335E0B2}" destId="{E7DD4A4C-D53F-4356-8ECF-F9881B38EB1C}" srcOrd="1" destOrd="0" presId="urn:microsoft.com/office/officeart/2005/8/layout/orgChart1"/>
    <dgm:cxn modelId="{5665B174-5422-44A8-B6D3-BAABA4B818EB}" type="presOf" srcId="{C18EECA6-EC19-44C7-91CE-F39EA4D2B8BA}" destId="{A01CAADA-5401-4DE8-A8D2-C73A21F8298C}" srcOrd="0" destOrd="0" presId="urn:microsoft.com/office/officeart/2005/8/layout/orgChart1"/>
    <dgm:cxn modelId="{F7971477-4F9F-42D0-894C-F6C6F38B8D25}" type="presOf" srcId="{60A5C344-CD63-47B8-A15C-CEB9EC392D8F}" destId="{0B95230E-2F9D-48F5-BFF7-1F048A02DAE0}" srcOrd="0" destOrd="0" presId="urn:microsoft.com/office/officeart/2005/8/layout/orgChart1"/>
    <dgm:cxn modelId="{71E06357-67CC-449B-AF57-292E45792529}" type="presOf" srcId="{70971D34-5F07-4986-B7AA-CEDF6A35749E}" destId="{39199D63-C449-4EB0-9193-9F11A5FCFF3F}" srcOrd="0" destOrd="0" presId="urn:microsoft.com/office/officeart/2005/8/layout/orgChart1"/>
    <dgm:cxn modelId="{87399158-D2AA-4865-BFD7-9101B3329D0D}" srcId="{20A87667-FB3D-4395-924F-41649E4D021F}" destId="{F729BD6C-A640-4809-92FF-17FE9FED5D67}" srcOrd="0" destOrd="0" parTransId="{EFA411F3-D61F-4297-8124-5EB4AF2B2E22}" sibTransId="{D9B1622B-4117-4E4A-8D78-D0E5BAD9F208}"/>
    <dgm:cxn modelId="{3556F879-1C67-437D-A30E-97D3CDAF3CA2}" srcId="{17B4F2CC-F673-476B-9FBE-62A653413013}" destId="{1BADBC2E-D93A-40C5-9D50-7C82AA68E8D3}" srcOrd="1" destOrd="0" parTransId="{2DB54FA3-7293-4193-9A4F-CA996562B9EB}" sibTransId="{13731998-D9CB-4EF9-BA05-D776D893ACB6}"/>
    <dgm:cxn modelId="{05EDFC5A-4151-4881-B7DE-0C74AF99B022}" type="presOf" srcId="{07A6F841-A0B5-4C2A-A2FA-FB61B6C35877}" destId="{3C14D48A-5FBD-4753-AB40-6E2F9FF5CC60}" srcOrd="0" destOrd="0" presId="urn:microsoft.com/office/officeart/2005/8/layout/orgChart1"/>
    <dgm:cxn modelId="{6C74CD80-2415-48E3-A64D-FF36E51B0229}" type="presOf" srcId="{0F3909B0-D978-42E7-9041-571FD380BBDA}" destId="{3EC7FE5F-C521-441D-B332-CE1BB4930D73}" srcOrd="0" destOrd="0" presId="urn:microsoft.com/office/officeart/2005/8/layout/orgChart1"/>
    <dgm:cxn modelId="{5EB29783-A5CD-4B18-9D29-9865EE7E2011}" type="presOf" srcId="{7882AD01-D81D-4D05-BE1A-5C8A491DD0B8}" destId="{4C52A023-1CCB-4DE0-8B6E-FF2AE95A2019}" srcOrd="1" destOrd="0" presId="urn:microsoft.com/office/officeart/2005/8/layout/orgChart1"/>
    <dgm:cxn modelId="{19F5B585-9035-4BC9-88CC-746A8C123BC0}" srcId="{17B4F2CC-F673-476B-9FBE-62A653413013}" destId="{BA06AA24-3B83-452C-8059-A41901B8856F}" srcOrd="5" destOrd="0" parTransId="{B285BFDA-7022-412D-A776-B37CEA980794}" sibTransId="{AF80EC5C-2CB3-4C59-97D5-2857BC819DE2}"/>
    <dgm:cxn modelId="{0F7C7F88-F68D-422D-B897-3CDB8BD79B08}" srcId="{420E40DB-690D-4AE8-8A32-0DC60267557D}" destId="{F06E9693-5B24-490C-A822-EC01E335E0B2}" srcOrd="1" destOrd="0" parTransId="{C18EECA6-EC19-44C7-91CE-F39EA4D2B8BA}" sibTransId="{FCD87FFA-B557-4D6D-8842-396508710346}"/>
    <dgm:cxn modelId="{AAB3678C-267F-43D7-A0FC-68F3B855A5F5}" type="presOf" srcId="{F98C8A82-19C3-4BBA-9AB1-7D2A3349559C}" destId="{94AB5218-B03C-415A-A499-377554419ECB}" srcOrd="0" destOrd="0" presId="urn:microsoft.com/office/officeart/2005/8/layout/orgChart1"/>
    <dgm:cxn modelId="{97A2D28C-B29C-40C8-A609-ECE524E6D022}" srcId="{17B4F2CC-F673-476B-9FBE-62A653413013}" destId="{EB15FC37-227A-4497-B627-D775B8C542B4}" srcOrd="3" destOrd="0" parTransId="{9DC9D4B5-A81D-4751-B6E4-39F157666715}" sibTransId="{8C2CC19B-16F7-45DD-A1E4-FB853CA8C8E9}"/>
    <dgm:cxn modelId="{5F29FC8C-9083-496A-93AA-75DD333582D8}" type="presOf" srcId="{07A6F841-A0B5-4C2A-A2FA-FB61B6C35877}" destId="{FA4A0ECA-22A8-4878-A623-CF2825E772F1}" srcOrd="1" destOrd="0" presId="urn:microsoft.com/office/officeart/2005/8/layout/orgChart1"/>
    <dgm:cxn modelId="{ECCE528D-58F2-412E-882B-9E10713D59FF}" type="presOf" srcId="{A9192D17-D315-4D43-A2ED-34C7DB0FE7F8}" destId="{597B5C4E-3274-49F7-BB68-5F933EB854D1}" srcOrd="0" destOrd="0" presId="urn:microsoft.com/office/officeart/2005/8/layout/orgChart1"/>
    <dgm:cxn modelId="{1E65208F-1874-430D-82F7-FBC8B01B973C}" type="presOf" srcId="{F06E9693-5B24-490C-A822-EC01E335E0B2}" destId="{7EA49A5D-514A-4833-918C-0829F327C3B7}" srcOrd="0" destOrd="0" presId="urn:microsoft.com/office/officeart/2005/8/layout/orgChart1"/>
    <dgm:cxn modelId="{18179093-49E7-4F6B-A781-BAAD0DEE7347}" type="presOf" srcId="{520FF6A7-022B-4493-BE55-42745A441E9A}" destId="{4D6CD42E-E81D-445A-B4CB-9A6DB00CA16F}" srcOrd="0" destOrd="0" presId="urn:microsoft.com/office/officeart/2005/8/layout/orgChart1"/>
    <dgm:cxn modelId="{D235D496-6D32-4281-89C1-3C710D3BB9F7}" type="presOf" srcId="{198FF7EA-6795-45C4-A780-5EEE59FF5A60}" destId="{3DADDA36-A5D0-45CF-9186-F4B851D9ECA9}" srcOrd="0" destOrd="0" presId="urn:microsoft.com/office/officeart/2005/8/layout/orgChart1"/>
    <dgm:cxn modelId="{62BBBBA6-B672-4AAA-B4B7-658A0820D52D}" srcId="{89F66D72-EA38-4E2B-9A22-22D8DF991DEB}" destId="{E69666C4-6AEE-45F7-A026-8086101AF9E5}" srcOrd="1" destOrd="0" parTransId="{F6A6A5D1-22CA-4613-8887-4D22F7F7B3F5}" sibTransId="{CB27F945-BE6C-4E53-B73D-2C9F5F36947D}"/>
    <dgm:cxn modelId="{87244CA7-B4AE-426F-8E8E-72AB931F51D9}" type="presOf" srcId="{EB15FC37-227A-4497-B627-D775B8C542B4}" destId="{71FC3CEB-85FA-46D1-B19A-C1F0565BD082}" srcOrd="0" destOrd="0" presId="urn:microsoft.com/office/officeart/2005/8/layout/orgChart1"/>
    <dgm:cxn modelId="{531DABA7-1D5E-45D2-A30A-D82EEF4B81A7}" srcId="{17B4F2CC-F673-476B-9FBE-62A653413013}" destId="{11E016E6-3DD6-47D2-83B7-96D992782666}" srcOrd="4" destOrd="0" parTransId="{6FAEE06B-74F2-44F6-BB8B-46884A571920}" sibTransId="{637B136C-4EB2-4673-A39F-DD616D032085}"/>
    <dgm:cxn modelId="{DE4385B2-EBE1-48A5-9A82-B2DCB324B5F4}" type="presOf" srcId="{420E40DB-690D-4AE8-8A32-0DC60267557D}" destId="{9CA3D3AB-F5C0-4840-A45D-DDED4231863D}" srcOrd="1" destOrd="0" presId="urn:microsoft.com/office/officeart/2005/8/layout/orgChart1"/>
    <dgm:cxn modelId="{290D44B3-39E6-480A-84BE-770EE1B8FEBA}" type="presOf" srcId="{25727F5C-5336-4C79-ADEC-253D5294CC3F}" destId="{81347858-F95C-4DA7-86B0-FB33EAA4401B}" srcOrd="0" destOrd="0" presId="urn:microsoft.com/office/officeart/2005/8/layout/orgChart1"/>
    <dgm:cxn modelId="{38D887B6-23B6-4078-A022-4DE6F852588A}" type="presOf" srcId="{F729BD6C-A640-4809-92FF-17FE9FED5D67}" destId="{9EFA3AD1-33F8-43C5-88AC-A52EB16CEE06}" srcOrd="0" destOrd="0" presId="urn:microsoft.com/office/officeart/2005/8/layout/orgChart1"/>
    <dgm:cxn modelId="{3F3146B8-12EB-4FC2-B337-960706058528}" type="presOf" srcId="{50EA4253-379D-494A-AC71-FF2A404F259E}" destId="{00748880-6D8B-4206-9CDA-D162A08ADCE6}" srcOrd="0" destOrd="0" presId="urn:microsoft.com/office/officeart/2005/8/layout/orgChart1"/>
    <dgm:cxn modelId="{9025B4B8-DEB2-4D33-A3E7-45300BD31A8D}" type="presOf" srcId="{A9192D17-D315-4D43-A2ED-34C7DB0FE7F8}" destId="{AB7FFF26-B03D-45AA-A93D-EC571CF13589}" srcOrd="1" destOrd="0" presId="urn:microsoft.com/office/officeart/2005/8/layout/orgChart1"/>
    <dgm:cxn modelId="{A6BEF5BB-414F-4C4F-B75B-C358A44939A9}" srcId="{420E40DB-690D-4AE8-8A32-0DC60267557D}" destId="{A20BC2AA-0B96-41CC-88AA-5DD3AC5E25A9}" srcOrd="0" destOrd="0" parTransId="{2BF26497-A1AF-45B9-9E03-5EFE217ED4B2}" sibTransId="{3E932526-659C-469C-8079-E09BB05E7D78}"/>
    <dgm:cxn modelId="{402861C4-8FFE-4945-8FCA-DAEFC3AB28B0}" type="presOf" srcId="{89F66D72-EA38-4E2B-9A22-22D8DF991DEB}" destId="{87A7BB13-F4A9-435E-9283-FEB54C00EAD8}" srcOrd="1" destOrd="0" presId="urn:microsoft.com/office/officeart/2005/8/layout/orgChart1"/>
    <dgm:cxn modelId="{5600FFC4-0156-418E-80A6-2FDC2E53FD54}" type="presOf" srcId="{A20BC2AA-0B96-41CC-88AA-5DD3AC5E25A9}" destId="{54CC01A6-961A-43DA-9CD1-2CAB19E29009}" srcOrd="1" destOrd="0" presId="urn:microsoft.com/office/officeart/2005/8/layout/orgChart1"/>
    <dgm:cxn modelId="{093426C5-188B-479C-B91E-244FED8A6406}" type="presOf" srcId="{EFA411F3-D61F-4297-8124-5EB4AF2B2E22}" destId="{A5D54059-6E8E-48BB-9FB2-648F8300CFC0}" srcOrd="0" destOrd="0" presId="urn:microsoft.com/office/officeart/2005/8/layout/orgChart1"/>
    <dgm:cxn modelId="{130EBDC6-60EE-4C29-B17B-2B045115610A}" srcId="{A9192D17-D315-4D43-A2ED-34C7DB0FE7F8}" destId="{420E40DB-690D-4AE8-8A32-0DC60267557D}" srcOrd="2" destOrd="0" parTransId="{BAB6C13A-A287-40C1-9925-6AA40CD8C0E8}" sibTransId="{2D1A1432-FE43-4938-97F0-487F2ABFEA79}"/>
    <dgm:cxn modelId="{71CE60CE-E866-4738-9AC4-DB9E2D42FA2E}" type="presOf" srcId="{F729BD6C-A640-4809-92FF-17FE9FED5D67}" destId="{25287E74-BE42-43BA-8EF7-F7CC364B7654}" srcOrd="1" destOrd="0" presId="urn:microsoft.com/office/officeart/2005/8/layout/orgChart1"/>
    <dgm:cxn modelId="{0F03A4D2-8942-4974-9771-FBC747CC782D}" type="presOf" srcId="{6FAEE06B-74F2-44F6-BB8B-46884A571920}" destId="{B79E8FE3-367A-4167-AB31-B45399B6BAB1}" srcOrd="0" destOrd="0" presId="urn:microsoft.com/office/officeart/2005/8/layout/orgChart1"/>
    <dgm:cxn modelId="{1B8A19DA-4705-4D64-99E2-710FF76F4B27}" type="presOf" srcId="{20A87667-FB3D-4395-924F-41649E4D021F}" destId="{3345B4F4-C044-46F5-864C-87C19DEA982F}" srcOrd="1" destOrd="0" presId="urn:microsoft.com/office/officeart/2005/8/layout/orgChart1"/>
    <dgm:cxn modelId="{E24AF4DE-02A7-4526-9463-1E5C0046E8D3}" type="presOf" srcId="{1BADBC2E-D93A-40C5-9D50-7C82AA68E8D3}" destId="{D7F5819D-0C83-42B4-B636-1E340CCC52FB}" srcOrd="1" destOrd="0" presId="urn:microsoft.com/office/officeart/2005/8/layout/orgChart1"/>
    <dgm:cxn modelId="{085F3ADF-2552-476F-B4AD-2078D65F8A25}" type="presOf" srcId="{1BADBC2E-D93A-40C5-9D50-7C82AA68E8D3}" destId="{5681C353-5377-490C-988F-33D0EF7BF39C}" srcOrd="0" destOrd="0" presId="urn:microsoft.com/office/officeart/2005/8/layout/orgChart1"/>
    <dgm:cxn modelId="{1BF30CE5-32D4-447E-B772-1CBB38F77B05}" type="presOf" srcId="{D8EB794E-2FC7-48AD-B985-5655729ED573}" destId="{9BAF8ADB-B70C-4154-8183-B61A6E07D0A7}" srcOrd="0" destOrd="0" presId="urn:microsoft.com/office/officeart/2005/8/layout/orgChart1"/>
    <dgm:cxn modelId="{8E2309EA-1C2A-4F55-BFBD-31CE4E83800C}" srcId="{408F320A-DC6B-44B7-8D7E-51CF3423FB7E}" destId="{25727F5C-5336-4C79-ADEC-253D5294CC3F}" srcOrd="2" destOrd="0" parTransId="{33156E9E-0706-4DF9-8C82-406E9104A818}" sibTransId="{DC041A50-7CCC-4963-BE5B-CBB92F990348}"/>
    <dgm:cxn modelId="{713FD0EB-C1F7-4D9B-9CFF-8D11D76D58DD}" type="presOf" srcId="{EB15FC37-227A-4497-B627-D775B8C542B4}" destId="{4687251A-CBA7-4E47-8603-79A7FB9A7F3E}" srcOrd="1" destOrd="0" presId="urn:microsoft.com/office/officeart/2005/8/layout/orgChart1"/>
    <dgm:cxn modelId="{6E310AEC-8083-43CC-BAB9-65440E8A510D}" srcId="{89F66D72-EA38-4E2B-9A22-22D8DF991DEB}" destId="{50EA4253-379D-494A-AC71-FF2A404F259E}" srcOrd="0" destOrd="0" parTransId="{66B6F93F-F81B-4E3D-83F1-F21FCCD219CF}" sibTransId="{982668B1-6119-45C1-8EAE-DBC356E17AD8}"/>
    <dgm:cxn modelId="{549179EF-A337-4BDE-8CB9-20AE52CFEC77}" type="presOf" srcId="{25727F5C-5336-4C79-ADEC-253D5294CC3F}" destId="{0964FDB6-9CB1-49F5-B0AC-7FD7320D718D}" srcOrd="1" destOrd="0" presId="urn:microsoft.com/office/officeart/2005/8/layout/orgChart1"/>
    <dgm:cxn modelId="{F814E6F0-CFF6-4250-B6A8-75EA48011424}" srcId="{A9192D17-D315-4D43-A2ED-34C7DB0FE7F8}" destId="{20A87667-FB3D-4395-924F-41649E4D021F}" srcOrd="1" destOrd="0" parTransId="{F98C8A82-19C3-4BBA-9AB1-7D2A3349559C}" sibTransId="{A50CAD31-456D-47A1-A890-FEDF6F3B4A7A}"/>
    <dgm:cxn modelId="{F782ECF1-9333-4314-A02F-E5B3B4FCEAEF}" type="presOf" srcId="{2DB54FA3-7293-4193-9A4F-CA996562B9EB}" destId="{261CF87F-CF07-4543-AEDB-40B40F45318B}" srcOrd="0" destOrd="0" presId="urn:microsoft.com/office/officeart/2005/8/layout/orgChart1"/>
    <dgm:cxn modelId="{07434CF5-D38A-496A-9C0E-2E87C2C58C3C}" type="presOf" srcId="{420E40DB-690D-4AE8-8A32-0DC60267557D}" destId="{4D2EFA79-0B47-40BF-9E21-FEBFC84F3509}" srcOrd="0" destOrd="0" presId="urn:microsoft.com/office/officeart/2005/8/layout/orgChart1"/>
    <dgm:cxn modelId="{DCC348F6-D294-442F-8419-3688A2DF9564}" srcId="{A9192D17-D315-4D43-A2ED-34C7DB0FE7F8}" destId="{408F320A-DC6B-44B7-8D7E-51CF3423FB7E}" srcOrd="4" destOrd="0" parTransId="{9611FC3A-ACEF-4B0D-BE78-70FFDDFDEEDD}" sibTransId="{935A8D95-228A-4724-9AD7-85CDFBE4A463}"/>
    <dgm:cxn modelId="{FF5863FA-887C-4A04-9B66-E5CCBB3A0F20}" type="presOf" srcId="{11E016E6-3DD6-47D2-83B7-96D992782666}" destId="{A24C092B-DB85-48B3-ABBE-DD424FFB4315}" srcOrd="1" destOrd="0" presId="urn:microsoft.com/office/officeart/2005/8/layout/orgChart1"/>
    <dgm:cxn modelId="{9A7626FC-8F41-4FF4-BFA0-6834883DDCD6}" type="presOf" srcId="{17B4F2CC-F673-476B-9FBE-62A653413013}" destId="{8CC3FA7D-3045-4F5B-95C9-B79D29BD9D05}" srcOrd="0" destOrd="0" presId="urn:microsoft.com/office/officeart/2005/8/layout/orgChart1"/>
    <dgm:cxn modelId="{CE4BA1FE-B11A-424F-ABB9-EC5E4F121124}" type="presOf" srcId="{E69666C4-6AEE-45F7-A026-8086101AF9E5}" destId="{1CD83716-6817-4405-B432-38D531CB0BF3}" srcOrd="0" destOrd="0" presId="urn:microsoft.com/office/officeart/2005/8/layout/orgChart1"/>
    <dgm:cxn modelId="{52F4F8F9-1CC0-4AA6-8A27-A1D87095E1E9}" type="presParOf" srcId="{30FDB2B8-68F3-41A3-B0A4-0AE8B0DC20F8}" destId="{3D9376E5-B0D2-4FCC-A13D-4A9A014E9FB2}" srcOrd="0" destOrd="0" presId="urn:microsoft.com/office/officeart/2005/8/layout/orgChart1"/>
    <dgm:cxn modelId="{71FA219D-D6FE-40D7-9DE2-4E53726B46B9}" type="presParOf" srcId="{3D9376E5-B0D2-4FCC-A13D-4A9A014E9FB2}" destId="{ACFB2822-942B-42D0-B4B8-B27819CBFAB7}" srcOrd="0" destOrd="0" presId="urn:microsoft.com/office/officeart/2005/8/layout/orgChart1"/>
    <dgm:cxn modelId="{B0C06609-BDFD-4636-B42A-B8F59BAA8DEB}" type="presParOf" srcId="{ACFB2822-942B-42D0-B4B8-B27819CBFAB7}" destId="{597B5C4E-3274-49F7-BB68-5F933EB854D1}" srcOrd="0" destOrd="0" presId="urn:microsoft.com/office/officeart/2005/8/layout/orgChart1"/>
    <dgm:cxn modelId="{F115C448-1C00-48C8-AB08-368EDFEFA2D7}" type="presParOf" srcId="{ACFB2822-942B-42D0-B4B8-B27819CBFAB7}" destId="{AB7FFF26-B03D-45AA-A93D-EC571CF13589}" srcOrd="1" destOrd="0" presId="urn:microsoft.com/office/officeart/2005/8/layout/orgChart1"/>
    <dgm:cxn modelId="{0D6A405C-2402-4DA8-8457-FEF31D9B538D}" type="presParOf" srcId="{3D9376E5-B0D2-4FCC-A13D-4A9A014E9FB2}" destId="{2A671D02-AFC3-497E-9B79-2AD81FF71D39}" srcOrd="1" destOrd="0" presId="urn:microsoft.com/office/officeart/2005/8/layout/orgChart1"/>
    <dgm:cxn modelId="{ED9FF05B-0200-4B20-A295-FDB44E73734F}" type="presParOf" srcId="{2A671D02-AFC3-497E-9B79-2AD81FF71D39}" destId="{0B95230E-2F9D-48F5-BFF7-1F048A02DAE0}" srcOrd="0" destOrd="0" presId="urn:microsoft.com/office/officeart/2005/8/layout/orgChart1"/>
    <dgm:cxn modelId="{D1B77A9A-9FEE-4B51-A29B-7D17A716C401}" type="presParOf" srcId="{2A671D02-AFC3-497E-9B79-2AD81FF71D39}" destId="{B829A7B6-CF89-4C67-9614-7BB75C359079}" srcOrd="1" destOrd="0" presId="urn:microsoft.com/office/officeart/2005/8/layout/orgChart1"/>
    <dgm:cxn modelId="{BA9A3D1F-0CBD-4A63-872A-00EFA9D6A6FA}" type="presParOf" srcId="{B829A7B6-CF89-4C67-9614-7BB75C359079}" destId="{C9722E60-0F18-41EA-846C-9D810D46F870}" srcOrd="0" destOrd="0" presId="urn:microsoft.com/office/officeart/2005/8/layout/orgChart1"/>
    <dgm:cxn modelId="{288D2C11-44BF-4199-B955-529767DF1FCF}" type="presParOf" srcId="{C9722E60-0F18-41EA-846C-9D810D46F870}" destId="{8CC3FA7D-3045-4F5B-95C9-B79D29BD9D05}" srcOrd="0" destOrd="0" presId="urn:microsoft.com/office/officeart/2005/8/layout/orgChart1"/>
    <dgm:cxn modelId="{EDD442B3-E6F0-44AB-974C-AEE6D40DD4C3}" type="presParOf" srcId="{C9722E60-0F18-41EA-846C-9D810D46F870}" destId="{F4F63BE0-412D-4B9B-BB8B-7BCCF4D11DB9}" srcOrd="1" destOrd="0" presId="urn:microsoft.com/office/officeart/2005/8/layout/orgChart1"/>
    <dgm:cxn modelId="{AEF39BD7-A19B-4B99-81D5-0004ED32CC8A}" type="presParOf" srcId="{B829A7B6-CF89-4C67-9614-7BB75C359079}" destId="{31982A04-95FC-4937-9C6A-31A76955F9F1}" srcOrd="1" destOrd="0" presId="urn:microsoft.com/office/officeart/2005/8/layout/orgChart1"/>
    <dgm:cxn modelId="{A89704ED-B0C9-44CD-985D-F93A48731292}" type="presParOf" srcId="{31982A04-95FC-4937-9C6A-31A76955F9F1}" destId="{71CD76CF-2BC9-4584-8CE9-0F6CC43CFF44}" srcOrd="0" destOrd="0" presId="urn:microsoft.com/office/officeart/2005/8/layout/orgChart1"/>
    <dgm:cxn modelId="{CBD6D42B-EB1E-4DD3-827F-50553EA8C052}" type="presParOf" srcId="{31982A04-95FC-4937-9C6A-31A76955F9F1}" destId="{C0C369D7-C6B3-4534-9CE6-46852F0D595E}" srcOrd="1" destOrd="0" presId="urn:microsoft.com/office/officeart/2005/8/layout/orgChart1"/>
    <dgm:cxn modelId="{8B72D6F3-46A9-4461-95EC-9EC0DE82CA3F}" type="presParOf" srcId="{C0C369D7-C6B3-4534-9CE6-46852F0D595E}" destId="{F561C0C0-6498-4C54-BD74-4B86B0F2EF09}" srcOrd="0" destOrd="0" presId="urn:microsoft.com/office/officeart/2005/8/layout/orgChart1"/>
    <dgm:cxn modelId="{4D723CC6-3081-4A40-95D0-43377982607D}" type="presParOf" srcId="{F561C0C0-6498-4C54-BD74-4B86B0F2EF09}" destId="{AF770936-C06F-4704-932D-201E6924B1F1}" srcOrd="0" destOrd="0" presId="urn:microsoft.com/office/officeart/2005/8/layout/orgChart1"/>
    <dgm:cxn modelId="{092236DF-2555-4A68-B4D5-1FCF6770992F}" type="presParOf" srcId="{F561C0C0-6498-4C54-BD74-4B86B0F2EF09}" destId="{4C52A023-1CCB-4DE0-8B6E-FF2AE95A2019}" srcOrd="1" destOrd="0" presId="urn:microsoft.com/office/officeart/2005/8/layout/orgChart1"/>
    <dgm:cxn modelId="{6C3C3971-9CD3-45AB-996F-87C636622D53}" type="presParOf" srcId="{C0C369D7-C6B3-4534-9CE6-46852F0D595E}" destId="{4D541804-9968-4F00-A5EF-E8A60EF63778}" srcOrd="1" destOrd="0" presId="urn:microsoft.com/office/officeart/2005/8/layout/orgChart1"/>
    <dgm:cxn modelId="{76BAF178-A449-4B27-BB80-6E6A10EF10F1}" type="presParOf" srcId="{C0C369D7-C6B3-4534-9CE6-46852F0D595E}" destId="{D94150D8-0828-4028-B4BE-38D4E100CD7C}" srcOrd="2" destOrd="0" presId="urn:microsoft.com/office/officeart/2005/8/layout/orgChart1"/>
    <dgm:cxn modelId="{86DC8A1D-E869-4BB8-BDD7-9038A99231D2}" type="presParOf" srcId="{31982A04-95FC-4937-9C6A-31A76955F9F1}" destId="{261CF87F-CF07-4543-AEDB-40B40F45318B}" srcOrd="2" destOrd="0" presId="urn:microsoft.com/office/officeart/2005/8/layout/orgChart1"/>
    <dgm:cxn modelId="{455A0EB4-AD6E-4AAA-9584-18DAB25EC316}" type="presParOf" srcId="{31982A04-95FC-4937-9C6A-31A76955F9F1}" destId="{CD808725-1454-41F0-B688-7B94595E41EF}" srcOrd="3" destOrd="0" presId="urn:microsoft.com/office/officeart/2005/8/layout/orgChart1"/>
    <dgm:cxn modelId="{A02D64FE-35A5-44D8-89FC-C6983D4592F0}" type="presParOf" srcId="{CD808725-1454-41F0-B688-7B94595E41EF}" destId="{BE061CDE-4D0D-4E0B-B826-CEE1A6DCFE8C}" srcOrd="0" destOrd="0" presId="urn:microsoft.com/office/officeart/2005/8/layout/orgChart1"/>
    <dgm:cxn modelId="{25CADBBC-36A2-4D84-83E7-7FE5D040F09D}" type="presParOf" srcId="{BE061CDE-4D0D-4E0B-B826-CEE1A6DCFE8C}" destId="{5681C353-5377-490C-988F-33D0EF7BF39C}" srcOrd="0" destOrd="0" presId="urn:microsoft.com/office/officeart/2005/8/layout/orgChart1"/>
    <dgm:cxn modelId="{C708930E-C8ED-4FE5-892F-5D2B68F94717}" type="presParOf" srcId="{BE061CDE-4D0D-4E0B-B826-CEE1A6DCFE8C}" destId="{D7F5819D-0C83-42B4-B636-1E340CCC52FB}" srcOrd="1" destOrd="0" presId="urn:microsoft.com/office/officeart/2005/8/layout/orgChart1"/>
    <dgm:cxn modelId="{AE9FBAEC-A97A-4B87-A569-8DE0EB921D31}" type="presParOf" srcId="{CD808725-1454-41F0-B688-7B94595E41EF}" destId="{44DE5FE0-5B8F-4FBE-A273-18F42BC412E2}" srcOrd="1" destOrd="0" presId="urn:microsoft.com/office/officeart/2005/8/layout/orgChart1"/>
    <dgm:cxn modelId="{6E13A76C-8AE2-4F0C-8136-7B7B48BFC66D}" type="presParOf" srcId="{CD808725-1454-41F0-B688-7B94595E41EF}" destId="{EDF82706-2CE6-4A6C-8FD5-DD6EC078729F}" srcOrd="2" destOrd="0" presId="urn:microsoft.com/office/officeart/2005/8/layout/orgChart1"/>
    <dgm:cxn modelId="{0BF31F50-DDD4-416F-B75B-2D874D28ACC0}" type="presParOf" srcId="{31982A04-95FC-4937-9C6A-31A76955F9F1}" destId="{3DADDA36-A5D0-45CF-9186-F4B851D9ECA9}" srcOrd="4" destOrd="0" presId="urn:microsoft.com/office/officeart/2005/8/layout/orgChart1"/>
    <dgm:cxn modelId="{18C6361F-6765-43DD-8BE5-7A530DBF81DE}" type="presParOf" srcId="{31982A04-95FC-4937-9C6A-31A76955F9F1}" destId="{DF64FA30-366B-4657-A1D8-CAE195021A26}" srcOrd="5" destOrd="0" presId="urn:microsoft.com/office/officeart/2005/8/layout/orgChart1"/>
    <dgm:cxn modelId="{5E843D98-7535-4564-B73E-6A5C2C192AD4}" type="presParOf" srcId="{DF64FA30-366B-4657-A1D8-CAE195021A26}" destId="{8C2DD04B-DB4E-4979-B281-D056F3C23E41}" srcOrd="0" destOrd="0" presId="urn:microsoft.com/office/officeart/2005/8/layout/orgChart1"/>
    <dgm:cxn modelId="{0E4A4815-20FF-41CF-8F04-4D5084015EF2}" type="presParOf" srcId="{8C2DD04B-DB4E-4979-B281-D056F3C23E41}" destId="{C609BEBD-356E-4497-99B7-55F84641A6C5}" srcOrd="0" destOrd="0" presId="urn:microsoft.com/office/officeart/2005/8/layout/orgChart1"/>
    <dgm:cxn modelId="{8B4D6633-4696-4065-B11C-400C464693DF}" type="presParOf" srcId="{8C2DD04B-DB4E-4979-B281-D056F3C23E41}" destId="{FA9F7F55-C9E0-4890-A958-5CD77289ECA0}" srcOrd="1" destOrd="0" presId="urn:microsoft.com/office/officeart/2005/8/layout/orgChart1"/>
    <dgm:cxn modelId="{FDF1E24B-FD18-4665-9D94-54895BE86416}" type="presParOf" srcId="{DF64FA30-366B-4657-A1D8-CAE195021A26}" destId="{B87FFB4D-482F-41E7-ACB7-52B3EC8CE72E}" srcOrd="1" destOrd="0" presId="urn:microsoft.com/office/officeart/2005/8/layout/orgChart1"/>
    <dgm:cxn modelId="{D9DAD8F8-626E-4E08-81B9-E23AEC4E7546}" type="presParOf" srcId="{DF64FA30-366B-4657-A1D8-CAE195021A26}" destId="{B6D81DB3-2777-47F1-8BED-F9099A6BB04D}" srcOrd="2" destOrd="0" presId="urn:microsoft.com/office/officeart/2005/8/layout/orgChart1"/>
    <dgm:cxn modelId="{08E9498B-98B6-439C-8BDC-6B0CFB9DE506}" type="presParOf" srcId="{31982A04-95FC-4937-9C6A-31A76955F9F1}" destId="{BF441680-D134-45FC-8A20-E4895F27A76A}" srcOrd="6" destOrd="0" presId="urn:microsoft.com/office/officeart/2005/8/layout/orgChart1"/>
    <dgm:cxn modelId="{AF97858B-B5A2-416C-A997-CC376AD2CEA8}" type="presParOf" srcId="{31982A04-95FC-4937-9C6A-31A76955F9F1}" destId="{019992A6-00CF-4D2F-BFCF-829392D3E924}" srcOrd="7" destOrd="0" presId="urn:microsoft.com/office/officeart/2005/8/layout/orgChart1"/>
    <dgm:cxn modelId="{2A0F598C-E998-4293-B889-83076FB44A91}" type="presParOf" srcId="{019992A6-00CF-4D2F-BFCF-829392D3E924}" destId="{7BAA7ADC-0E26-44E6-A9D9-250EF5D0848D}" srcOrd="0" destOrd="0" presId="urn:microsoft.com/office/officeart/2005/8/layout/orgChart1"/>
    <dgm:cxn modelId="{7CE82F64-10CC-4244-BFD0-20C5F7958023}" type="presParOf" srcId="{7BAA7ADC-0E26-44E6-A9D9-250EF5D0848D}" destId="{71FC3CEB-85FA-46D1-B19A-C1F0565BD082}" srcOrd="0" destOrd="0" presId="urn:microsoft.com/office/officeart/2005/8/layout/orgChart1"/>
    <dgm:cxn modelId="{A4027373-1B85-4536-AB01-6452A202B50F}" type="presParOf" srcId="{7BAA7ADC-0E26-44E6-A9D9-250EF5D0848D}" destId="{4687251A-CBA7-4E47-8603-79A7FB9A7F3E}" srcOrd="1" destOrd="0" presId="urn:microsoft.com/office/officeart/2005/8/layout/orgChart1"/>
    <dgm:cxn modelId="{87A4ACFB-4EFC-42E5-B5EA-CB1A171AA583}" type="presParOf" srcId="{019992A6-00CF-4D2F-BFCF-829392D3E924}" destId="{88CA2003-5B19-45A1-B22C-C0D35EC00AFF}" srcOrd="1" destOrd="0" presId="urn:microsoft.com/office/officeart/2005/8/layout/orgChart1"/>
    <dgm:cxn modelId="{A17C5F20-009A-454E-91FB-E57A54AEA981}" type="presParOf" srcId="{019992A6-00CF-4D2F-BFCF-829392D3E924}" destId="{4B7C80A8-74B7-497C-BD8C-68411EE05316}" srcOrd="2" destOrd="0" presId="urn:microsoft.com/office/officeart/2005/8/layout/orgChart1"/>
    <dgm:cxn modelId="{67E0016E-4E26-4D62-9DFB-B2B4A37BF947}" type="presParOf" srcId="{31982A04-95FC-4937-9C6A-31A76955F9F1}" destId="{B79E8FE3-367A-4167-AB31-B45399B6BAB1}" srcOrd="8" destOrd="0" presId="urn:microsoft.com/office/officeart/2005/8/layout/orgChart1"/>
    <dgm:cxn modelId="{8F12F711-0615-4027-98B3-31085B605DB3}" type="presParOf" srcId="{31982A04-95FC-4937-9C6A-31A76955F9F1}" destId="{4504C9B2-0D40-4F26-88C2-0652BBF3F8D0}" srcOrd="9" destOrd="0" presId="urn:microsoft.com/office/officeart/2005/8/layout/orgChart1"/>
    <dgm:cxn modelId="{9705D2D2-6FE6-413D-A5E2-1CF229317F0D}" type="presParOf" srcId="{4504C9B2-0D40-4F26-88C2-0652BBF3F8D0}" destId="{23C94D92-2E89-48A9-9459-07C340094B57}" srcOrd="0" destOrd="0" presId="urn:microsoft.com/office/officeart/2005/8/layout/orgChart1"/>
    <dgm:cxn modelId="{0E80FF52-EF39-48BD-B74F-BB8322DC423E}" type="presParOf" srcId="{23C94D92-2E89-48A9-9459-07C340094B57}" destId="{3CFF9967-1694-46A0-B49B-7411CF91A982}" srcOrd="0" destOrd="0" presId="urn:microsoft.com/office/officeart/2005/8/layout/orgChart1"/>
    <dgm:cxn modelId="{1B9395FB-0D1C-4EFF-9829-67C07CC27344}" type="presParOf" srcId="{23C94D92-2E89-48A9-9459-07C340094B57}" destId="{A24C092B-DB85-48B3-ABBE-DD424FFB4315}" srcOrd="1" destOrd="0" presId="urn:microsoft.com/office/officeart/2005/8/layout/orgChart1"/>
    <dgm:cxn modelId="{9C509646-C6BE-468D-A7BA-1BEBE4376C01}" type="presParOf" srcId="{4504C9B2-0D40-4F26-88C2-0652BBF3F8D0}" destId="{8314F937-8E7F-4C4E-A826-368909C0A129}" srcOrd="1" destOrd="0" presId="urn:microsoft.com/office/officeart/2005/8/layout/orgChart1"/>
    <dgm:cxn modelId="{34244EB3-C24F-46EC-99C5-B86AB33E4648}" type="presParOf" srcId="{4504C9B2-0D40-4F26-88C2-0652BBF3F8D0}" destId="{7FAF0A00-A28E-49A7-8AF8-311D097D8956}" srcOrd="2" destOrd="0" presId="urn:microsoft.com/office/officeart/2005/8/layout/orgChart1"/>
    <dgm:cxn modelId="{73BF5BCA-F65E-499E-8289-719FED0BC99A}" type="presParOf" srcId="{31982A04-95FC-4937-9C6A-31A76955F9F1}" destId="{1DF1D100-6B72-49D2-9E40-7D00BCFC897C}" srcOrd="10" destOrd="0" presId="urn:microsoft.com/office/officeart/2005/8/layout/orgChart1"/>
    <dgm:cxn modelId="{2BD9B19A-38AD-4B97-8788-E3BC0A027E37}" type="presParOf" srcId="{31982A04-95FC-4937-9C6A-31A76955F9F1}" destId="{61551323-CACA-446C-9E0A-2D0E6C5F18C8}" srcOrd="11" destOrd="0" presId="urn:microsoft.com/office/officeart/2005/8/layout/orgChart1"/>
    <dgm:cxn modelId="{CD84856C-5B13-4F62-B07E-30496117A199}" type="presParOf" srcId="{61551323-CACA-446C-9E0A-2D0E6C5F18C8}" destId="{EA3810D3-CC7D-4E40-BD55-128CE9A12F27}" srcOrd="0" destOrd="0" presId="urn:microsoft.com/office/officeart/2005/8/layout/orgChart1"/>
    <dgm:cxn modelId="{C096B6DD-EAAA-4BDB-A766-0BB50C7567FF}" type="presParOf" srcId="{EA3810D3-CC7D-4E40-BD55-128CE9A12F27}" destId="{B0C77EA2-69BF-4FE4-9BCD-A737A04ADA68}" srcOrd="0" destOrd="0" presId="urn:microsoft.com/office/officeart/2005/8/layout/orgChart1"/>
    <dgm:cxn modelId="{10CFD2F2-3199-4C9C-88E4-475EB021041A}" type="presParOf" srcId="{EA3810D3-CC7D-4E40-BD55-128CE9A12F27}" destId="{13D098D1-3FA3-4838-B96E-DEC0F7AA0A6C}" srcOrd="1" destOrd="0" presId="urn:microsoft.com/office/officeart/2005/8/layout/orgChart1"/>
    <dgm:cxn modelId="{07707EC7-FC75-401D-8293-38BF6819FF87}" type="presParOf" srcId="{61551323-CACA-446C-9E0A-2D0E6C5F18C8}" destId="{20BC765B-819C-43F4-92D5-999BA0B0902B}" srcOrd="1" destOrd="0" presId="urn:microsoft.com/office/officeart/2005/8/layout/orgChart1"/>
    <dgm:cxn modelId="{B47DCD26-337E-40C3-B5BA-8629CFBD16FB}" type="presParOf" srcId="{61551323-CACA-446C-9E0A-2D0E6C5F18C8}" destId="{222ED595-9E9D-4A2B-8F87-69CE89706A41}" srcOrd="2" destOrd="0" presId="urn:microsoft.com/office/officeart/2005/8/layout/orgChart1"/>
    <dgm:cxn modelId="{3C27613D-4A41-4682-AA8B-497BE130C6CF}" type="presParOf" srcId="{B829A7B6-CF89-4C67-9614-7BB75C359079}" destId="{7936136A-0E4F-4059-AB71-47E734BB1D4F}" srcOrd="2" destOrd="0" presId="urn:microsoft.com/office/officeart/2005/8/layout/orgChart1"/>
    <dgm:cxn modelId="{F0563716-9F93-4078-896E-0649930735FB}" type="presParOf" srcId="{2A671D02-AFC3-497E-9B79-2AD81FF71D39}" destId="{94AB5218-B03C-415A-A499-377554419ECB}" srcOrd="2" destOrd="0" presId="urn:microsoft.com/office/officeart/2005/8/layout/orgChart1"/>
    <dgm:cxn modelId="{5C125DC2-6111-4228-A206-7D1654CFA26F}" type="presParOf" srcId="{2A671D02-AFC3-497E-9B79-2AD81FF71D39}" destId="{39CDAE67-8C21-4F2E-911A-65E0E5050C04}" srcOrd="3" destOrd="0" presId="urn:microsoft.com/office/officeart/2005/8/layout/orgChart1"/>
    <dgm:cxn modelId="{A5B0C346-0916-4E67-9480-48BD35E56C74}" type="presParOf" srcId="{39CDAE67-8C21-4F2E-911A-65E0E5050C04}" destId="{756E5B6D-03B1-4CDA-AD3E-073F8DF9DFD2}" srcOrd="0" destOrd="0" presId="urn:microsoft.com/office/officeart/2005/8/layout/orgChart1"/>
    <dgm:cxn modelId="{234C274B-A6DB-4079-9C56-BD7A7DD8A7A3}" type="presParOf" srcId="{756E5B6D-03B1-4CDA-AD3E-073F8DF9DFD2}" destId="{7D6AC67D-0B6F-46E7-BE98-DD6460452C8B}" srcOrd="0" destOrd="0" presId="urn:microsoft.com/office/officeart/2005/8/layout/orgChart1"/>
    <dgm:cxn modelId="{D39B6268-49B9-4D6E-A197-DBEB2805FAEB}" type="presParOf" srcId="{756E5B6D-03B1-4CDA-AD3E-073F8DF9DFD2}" destId="{3345B4F4-C044-46F5-864C-87C19DEA982F}" srcOrd="1" destOrd="0" presId="urn:microsoft.com/office/officeart/2005/8/layout/orgChart1"/>
    <dgm:cxn modelId="{DA0BD347-0191-4849-9069-33FC95208214}" type="presParOf" srcId="{39CDAE67-8C21-4F2E-911A-65E0E5050C04}" destId="{A60D9D71-D0FE-4BE9-BB3A-5B78108C7D16}" srcOrd="1" destOrd="0" presId="urn:microsoft.com/office/officeart/2005/8/layout/orgChart1"/>
    <dgm:cxn modelId="{F8FDCF2D-916C-4DB8-9DAF-F142A94ED05C}" type="presParOf" srcId="{A60D9D71-D0FE-4BE9-BB3A-5B78108C7D16}" destId="{A5D54059-6E8E-48BB-9FB2-648F8300CFC0}" srcOrd="0" destOrd="0" presId="urn:microsoft.com/office/officeart/2005/8/layout/orgChart1"/>
    <dgm:cxn modelId="{3A9DA379-CAC4-4F2E-91EE-1419284A2CB6}" type="presParOf" srcId="{A60D9D71-D0FE-4BE9-BB3A-5B78108C7D16}" destId="{013B8E91-5530-4DD2-94EE-7B417ADB2FB2}" srcOrd="1" destOrd="0" presId="urn:microsoft.com/office/officeart/2005/8/layout/orgChart1"/>
    <dgm:cxn modelId="{C04F8458-F33E-4DA3-BC02-D50AFF94D8CC}" type="presParOf" srcId="{013B8E91-5530-4DD2-94EE-7B417ADB2FB2}" destId="{890A5BA1-23AE-433C-80E5-0E0527C704F0}" srcOrd="0" destOrd="0" presId="urn:microsoft.com/office/officeart/2005/8/layout/orgChart1"/>
    <dgm:cxn modelId="{6DD37878-7E7B-44D9-B7E4-D4CF2191C952}" type="presParOf" srcId="{890A5BA1-23AE-433C-80E5-0E0527C704F0}" destId="{9EFA3AD1-33F8-43C5-88AC-A52EB16CEE06}" srcOrd="0" destOrd="0" presId="urn:microsoft.com/office/officeart/2005/8/layout/orgChart1"/>
    <dgm:cxn modelId="{AA397500-7AA7-4BB9-B2A2-A1FB75333ADA}" type="presParOf" srcId="{890A5BA1-23AE-433C-80E5-0E0527C704F0}" destId="{25287E74-BE42-43BA-8EF7-F7CC364B7654}" srcOrd="1" destOrd="0" presId="urn:microsoft.com/office/officeart/2005/8/layout/orgChart1"/>
    <dgm:cxn modelId="{9EC66BFC-0544-48D4-921E-D657CBF75CCD}" type="presParOf" srcId="{013B8E91-5530-4DD2-94EE-7B417ADB2FB2}" destId="{C6F0E2A9-A340-418E-A95A-3B30523A03F5}" srcOrd="1" destOrd="0" presId="urn:microsoft.com/office/officeart/2005/8/layout/orgChart1"/>
    <dgm:cxn modelId="{2CABB5D4-A5C8-4C4B-8375-6B06D6A4FF0D}" type="presParOf" srcId="{013B8E91-5530-4DD2-94EE-7B417ADB2FB2}" destId="{BB7DE97F-79B5-4CF0-A6DF-7E4642D493FE}" srcOrd="2" destOrd="0" presId="urn:microsoft.com/office/officeart/2005/8/layout/orgChart1"/>
    <dgm:cxn modelId="{F409CBA6-8BF7-458A-8854-4983529095F3}" type="presParOf" srcId="{39CDAE67-8C21-4F2E-911A-65E0E5050C04}" destId="{26E9F0BF-65A1-427F-B05B-7D4A4DF8B519}" srcOrd="2" destOrd="0" presId="urn:microsoft.com/office/officeart/2005/8/layout/orgChart1"/>
    <dgm:cxn modelId="{67A1AEB3-2DC7-43EC-97B1-B8C197FA04D4}" type="presParOf" srcId="{2A671D02-AFC3-497E-9B79-2AD81FF71D39}" destId="{B677893B-FDCB-42AB-9FD9-519CFA24B63E}" srcOrd="4" destOrd="0" presId="urn:microsoft.com/office/officeart/2005/8/layout/orgChart1"/>
    <dgm:cxn modelId="{A16A9FC4-999D-4483-9031-CABE0A6300B0}" type="presParOf" srcId="{2A671D02-AFC3-497E-9B79-2AD81FF71D39}" destId="{A9CF4B5B-668A-4846-86F9-DA51F4FA5D9C}" srcOrd="5" destOrd="0" presId="urn:microsoft.com/office/officeart/2005/8/layout/orgChart1"/>
    <dgm:cxn modelId="{CD45E98A-9BD6-4200-B572-38B7EFA42FAB}" type="presParOf" srcId="{A9CF4B5B-668A-4846-86F9-DA51F4FA5D9C}" destId="{00A41FA4-C985-470B-8D64-C685598BE5F6}" srcOrd="0" destOrd="0" presId="urn:microsoft.com/office/officeart/2005/8/layout/orgChart1"/>
    <dgm:cxn modelId="{29079418-1567-4B35-94FC-99D83D83E8E0}" type="presParOf" srcId="{00A41FA4-C985-470B-8D64-C685598BE5F6}" destId="{4D2EFA79-0B47-40BF-9E21-FEBFC84F3509}" srcOrd="0" destOrd="0" presId="urn:microsoft.com/office/officeart/2005/8/layout/orgChart1"/>
    <dgm:cxn modelId="{9812A3BE-24D1-4310-ABD7-9D6F66389318}" type="presParOf" srcId="{00A41FA4-C985-470B-8D64-C685598BE5F6}" destId="{9CA3D3AB-F5C0-4840-A45D-DDED4231863D}" srcOrd="1" destOrd="0" presId="urn:microsoft.com/office/officeart/2005/8/layout/orgChart1"/>
    <dgm:cxn modelId="{6BCA7F54-5CD4-4082-9380-2E20095E6DA6}" type="presParOf" srcId="{A9CF4B5B-668A-4846-86F9-DA51F4FA5D9C}" destId="{B0537C69-FFAD-4F9A-9C56-828324B6547D}" srcOrd="1" destOrd="0" presId="urn:microsoft.com/office/officeart/2005/8/layout/orgChart1"/>
    <dgm:cxn modelId="{334045C3-F56C-4D49-AE06-45533B1AAFCC}" type="presParOf" srcId="{B0537C69-FFAD-4F9A-9C56-828324B6547D}" destId="{3979EA17-E2AD-4AE6-BB9F-8276BAB5BD68}" srcOrd="0" destOrd="0" presId="urn:microsoft.com/office/officeart/2005/8/layout/orgChart1"/>
    <dgm:cxn modelId="{911B1783-81F7-4F3D-A0E0-1391EB2E120A}" type="presParOf" srcId="{B0537C69-FFAD-4F9A-9C56-828324B6547D}" destId="{93D163DD-DEBD-4230-9498-AE34A61ECE0A}" srcOrd="1" destOrd="0" presId="urn:microsoft.com/office/officeart/2005/8/layout/orgChart1"/>
    <dgm:cxn modelId="{A13BBD6B-D9D5-4C53-AA02-ED4361ECD16F}" type="presParOf" srcId="{93D163DD-DEBD-4230-9498-AE34A61ECE0A}" destId="{DDAAAFE2-6BD6-4672-8627-08664E785A10}" srcOrd="0" destOrd="0" presId="urn:microsoft.com/office/officeart/2005/8/layout/orgChart1"/>
    <dgm:cxn modelId="{71D2BDCA-571B-4928-9D6D-B3A4AA969881}" type="presParOf" srcId="{DDAAAFE2-6BD6-4672-8627-08664E785A10}" destId="{5920DEB1-281C-41A4-AC2A-907895CEE1E3}" srcOrd="0" destOrd="0" presId="urn:microsoft.com/office/officeart/2005/8/layout/orgChart1"/>
    <dgm:cxn modelId="{9BE60CBF-374B-4921-891A-EE6B42533B4C}" type="presParOf" srcId="{DDAAAFE2-6BD6-4672-8627-08664E785A10}" destId="{54CC01A6-961A-43DA-9CD1-2CAB19E29009}" srcOrd="1" destOrd="0" presId="urn:microsoft.com/office/officeart/2005/8/layout/orgChart1"/>
    <dgm:cxn modelId="{44053D31-23D7-4C50-AC28-ED86FEFD35FA}" type="presParOf" srcId="{93D163DD-DEBD-4230-9498-AE34A61ECE0A}" destId="{342D1D2D-E9CD-4A2D-9097-B79D97B5D384}" srcOrd="1" destOrd="0" presId="urn:microsoft.com/office/officeart/2005/8/layout/orgChart1"/>
    <dgm:cxn modelId="{937A4FF3-2DBA-4065-8AA0-E608AEF03792}" type="presParOf" srcId="{93D163DD-DEBD-4230-9498-AE34A61ECE0A}" destId="{0BB9BF5A-FAC6-4A91-9C34-6A0C6084E682}" srcOrd="2" destOrd="0" presId="urn:microsoft.com/office/officeart/2005/8/layout/orgChart1"/>
    <dgm:cxn modelId="{9A6A755E-D58A-412F-B4EA-B953455D6D4A}" type="presParOf" srcId="{B0537C69-FFAD-4F9A-9C56-828324B6547D}" destId="{A01CAADA-5401-4DE8-A8D2-C73A21F8298C}" srcOrd="2" destOrd="0" presId="urn:microsoft.com/office/officeart/2005/8/layout/orgChart1"/>
    <dgm:cxn modelId="{B5DD8A23-FAC7-44C7-B081-EEF381B05FFB}" type="presParOf" srcId="{B0537C69-FFAD-4F9A-9C56-828324B6547D}" destId="{121E3C80-3FF6-4197-BE9A-847F9BEC7E86}" srcOrd="3" destOrd="0" presId="urn:microsoft.com/office/officeart/2005/8/layout/orgChart1"/>
    <dgm:cxn modelId="{8C9F0EFA-5FD4-4818-8460-4AFE98285120}" type="presParOf" srcId="{121E3C80-3FF6-4197-BE9A-847F9BEC7E86}" destId="{9C2D03C8-0159-4AEF-8BC4-3427DF88D096}" srcOrd="0" destOrd="0" presId="urn:microsoft.com/office/officeart/2005/8/layout/orgChart1"/>
    <dgm:cxn modelId="{6285A0AC-B06F-4E2F-94EE-4DE9204861DC}" type="presParOf" srcId="{9C2D03C8-0159-4AEF-8BC4-3427DF88D096}" destId="{7EA49A5D-514A-4833-918C-0829F327C3B7}" srcOrd="0" destOrd="0" presId="urn:microsoft.com/office/officeart/2005/8/layout/orgChart1"/>
    <dgm:cxn modelId="{F831B80B-B9CA-4A36-8782-131A80F33CC3}" type="presParOf" srcId="{9C2D03C8-0159-4AEF-8BC4-3427DF88D096}" destId="{E7DD4A4C-D53F-4356-8ECF-F9881B38EB1C}" srcOrd="1" destOrd="0" presId="urn:microsoft.com/office/officeart/2005/8/layout/orgChart1"/>
    <dgm:cxn modelId="{FA6F0BA0-0AA5-45CE-AD81-0D371ADB97E9}" type="presParOf" srcId="{121E3C80-3FF6-4197-BE9A-847F9BEC7E86}" destId="{AEF7E9B0-EB54-43E5-B5F5-A056BAB7858C}" srcOrd="1" destOrd="0" presId="urn:microsoft.com/office/officeart/2005/8/layout/orgChart1"/>
    <dgm:cxn modelId="{C194ACC2-F7F1-4E00-9117-AD2D09BB1E2A}" type="presParOf" srcId="{121E3C80-3FF6-4197-BE9A-847F9BEC7E86}" destId="{DDBC6A1C-88BC-4BF8-982D-8DCE31733866}" srcOrd="2" destOrd="0" presId="urn:microsoft.com/office/officeart/2005/8/layout/orgChart1"/>
    <dgm:cxn modelId="{0CE11E54-8222-4B97-BFC3-D5558E3AD6A7}" type="presParOf" srcId="{A9CF4B5B-668A-4846-86F9-DA51F4FA5D9C}" destId="{16EB75E7-A40B-49CA-9A39-67F61AE68842}" srcOrd="2" destOrd="0" presId="urn:microsoft.com/office/officeart/2005/8/layout/orgChart1"/>
    <dgm:cxn modelId="{D8878EBD-6ED7-4899-BDEC-01FEBC457E29}" type="presParOf" srcId="{2A671D02-AFC3-497E-9B79-2AD81FF71D39}" destId="{3EC7FE5F-C521-441D-B332-CE1BB4930D73}" srcOrd="6" destOrd="0" presId="urn:microsoft.com/office/officeart/2005/8/layout/orgChart1"/>
    <dgm:cxn modelId="{FF2056AC-7B18-47C1-9AFF-2114160D52B3}" type="presParOf" srcId="{2A671D02-AFC3-497E-9B79-2AD81FF71D39}" destId="{1456D000-9728-48EC-9656-0B552099185B}" srcOrd="7" destOrd="0" presId="urn:microsoft.com/office/officeart/2005/8/layout/orgChart1"/>
    <dgm:cxn modelId="{7487C425-6825-4294-B9FC-F73820F64AE1}" type="presParOf" srcId="{1456D000-9728-48EC-9656-0B552099185B}" destId="{447757C5-2C77-44D8-BB41-7A3312C0A478}" srcOrd="0" destOrd="0" presId="urn:microsoft.com/office/officeart/2005/8/layout/orgChart1"/>
    <dgm:cxn modelId="{20BE2271-8EDC-44AC-AA80-FBBBEF5FBEF2}" type="presParOf" srcId="{447757C5-2C77-44D8-BB41-7A3312C0A478}" destId="{ABC0A511-B8B4-4FCE-A187-B624B2C29388}" srcOrd="0" destOrd="0" presId="urn:microsoft.com/office/officeart/2005/8/layout/orgChart1"/>
    <dgm:cxn modelId="{02246AFB-641A-49F0-B1C1-FDEF4BADD1B5}" type="presParOf" srcId="{447757C5-2C77-44D8-BB41-7A3312C0A478}" destId="{87A7BB13-F4A9-435E-9283-FEB54C00EAD8}" srcOrd="1" destOrd="0" presId="urn:microsoft.com/office/officeart/2005/8/layout/orgChart1"/>
    <dgm:cxn modelId="{3A8A34B8-B592-4F41-8169-2E83DA93B5BB}" type="presParOf" srcId="{1456D000-9728-48EC-9656-0B552099185B}" destId="{D94565FA-1B18-4973-90B4-A006BF57C795}" srcOrd="1" destOrd="0" presId="urn:microsoft.com/office/officeart/2005/8/layout/orgChart1"/>
    <dgm:cxn modelId="{B8D566C8-D21F-4F1E-9B9D-B8483CD23456}" type="presParOf" srcId="{D94565FA-1B18-4973-90B4-A006BF57C795}" destId="{988C8143-B572-4B5B-8A78-E28EE9CA569A}" srcOrd="0" destOrd="0" presId="urn:microsoft.com/office/officeart/2005/8/layout/orgChart1"/>
    <dgm:cxn modelId="{0D3350EA-BF2D-44D8-90CA-D9EFF0FA8606}" type="presParOf" srcId="{D94565FA-1B18-4973-90B4-A006BF57C795}" destId="{2129C42D-F343-4135-A46B-2B5967CE0C9B}" srcOrd="1" destOrd="0" presId="urn:microsoft.com/office/officeart/2005/8/layout/orgChart1"/>
    <dgm:cxn modelId="{7E2A0959-806D-452B-800A-DA2895C2C2A3}" type="presParOf" srcId="{2129C42D-F343-4135-A46B-2B5967CE0C9B}" destId="{CE8B5E73-4519-402C-A4B7-C31CE5B7CE77}" srcOrd="0" destOrd="0" presId="urn:microsoft.com/office/officeart/2005/8/layout/orgChart1"/>
    <dgm:cxn modelId="{954824B5-99F2-4AF5-9692-6378A508BF19}" type="presParOf" srcId="{CE8B5E73-4519-402C-A4B7-C31CE5B7CE77}" destId="{00748880-6D8B-4206-9CDA-D162A08ADCE6}" srcOrd="0" destOrd="0" presId="urn:microsoft.com/office/officeart/2005/8/layout/orgChart1"/>
    <dgm:cxn modelId="{58F48E70-95F1-415F-826F-74D09DDC1EE1}" type="presParOf" srcId="{CE8B5E73-4519-402C-A4B7-C31CE5B7CE77}" destId="{977035EB-C1E4-42A9-AB0A-AFB9B7D9D246}" srcOrd="1" destOrd="0" presId="urn:microsoft.com/office/officeart/2005/8/layout/orgChart1"/>
    <dgm:cxn modelId="{783B17D5-3B27-4D78-A25B-107A9B75951D}" type="presParOf" srcId="{2129C42D-F343-4135-A46B-2B5967CE0C9B}" destId="{2EA04CF4-85C6-4498-9FB5-DEFE2DEA1F11}" srcOrd="1" destOrd="0" presId="urn:microsoft.com/office/officeart/2005/8/layout/orgChart1"/>
    <dgm:cxn modelId="{0D31E9CE-C88A-4199-9CA7-A9D7F7551A38}" type="presParOf" srcId="{2129C42D-F343-4135-A46B-2B5967CE0C9B}" destId="{0A5CCA0E-1A43-4618-8896-CF21FDE7A29D}" srcOrd="2" destOrd="0" presId="urn:microsoft.com/office/officeart/2005/8/layout/orgChart1"/>
    <dgm:cxn modelId="{35E8EBBF-B150-412E-8372-D652BFC81BBA}" type="presParOf" srcId="{D94565FA-1B18-4973-90B4-A006BF57C795}" destId="{2DDD7089-842D-483A-AE20-CCD340F24B34}" srcOrd="2" destOrd="0" presId="urn:microsoft.com/office/officeart/2005/8/layout/orgChart1"/>
    <dgm:cxn modelId="{AF965F70-F6EA-41B1-8492-BF38B0C09579}" type="presParOf" srcId="{D94565FA-1B18-4973-90B4-A006BF57C795}" destId="{57C78A77-A78D-4F3D-904F-D2A1BA762A33}" srcOrd="3" destOrd="0" presId="urn:microsoft.com/office/officeart/2005/8/layout/orgChart1"/>
    <dgm:cxn modelId="{5210A84E-2D81-42A3-8AAF-AAEB99FB79A2}" type="presParOf" srcId="{57C78A77-A78D-4F3D-904F-D2A1BA762A33}" destId="{DF46B79A-F744-4C06-B738-01DA6B5F5C19}" srcOrd="0" destOrd="0" presId="urn:microsoft.com/office/officeart/2005/8/layout/orgChart1"/>
    <dgm:cxn modelId="{58FB8330-EA8F-4C04-B596-B9A7D3ACA2B3}" type="presParOf" srcId="{DF46B79A-F744-4C06-B738-01DA6B5F5C19}" destId="{1CD83716-6817-4405-B432-38D531CB0BF3}" srcOrd="0" destOrd="0" presId="urn:microsoft.com/office/officeart/2005/8/layout/orgChart1"/>
    <dgm:cxn modelId="{26C6D368-CB3A-4C55-B06C-7B5A45643A6C}" type="presParOf" srcId="{DF46B79A-F744-4C06-B738-01DA6B5F5C19}" destId="{2264959D-B6FE-4193-9910-C097AC569646}" srcOrd="1" destOrd="0" presId="urn:microsoft.com/office/officeart/2005/8/layout/orgChart1"/>
    <dgm:cxn modelId="{154824D2-082C-4ABC-B142-1C623A3B537F}" type="presParOf" srcId="{57C78A77-A78D-4F3D-904F-D2A1BA762A33}" destId="{5CE936B2-356F-434C-A961-9210C5D4EE61}" srcOrd="1" destOrd="0" presId="urn:microsoft.com/office/officeart/2005/8/layout/orgChart1"/>
    <dgm:cxn modelId="{02940199-9395-4FB9-8622-FF2671BEADCB}" type="presParOf" srcId="{57C78A77-A78D-4F3D-904F-D2A1BA762A33}" destId="{EAED1085-E9FA-4A62-BA93-BC6809395AD8}" srcOrd="2" destOrd="0" presId="urn:microsoft.com/office/officeart/2005/8/layout/orgChart1"/>
    <dgm:cxn modelId="{0CB39322-FD25-46A4-909F-C7F6B40D38F2}" type="presParOf" srcId="{1456D000-9728-48EC-9656-0B552099185B}" destId="{F75EBBDE-4AD0-46C9-8220-9B96E2986A78}" srcOrd="2" destOrd="0" presId="urn:microsoft.com/office/officeart/2005/8/layout/orgChart1"/>
    <dgm:cxn modelId="{EC22EC11-79DE-4FE3-A3E7-97BAC4FD4A8C}" type="presParOf" srcId="{2A671D02-AFC3-497E-9B79-2AD81FF71D39}" destId="{FF392F7C-E6BC-4361-BCA6-2AA464D4BC4E}" srcOrd="8" destOrd="0" presId="urn:microsoft.com/office/officeart/2005/8/layout/orgChart1"/>
    <dgm:cxn modelId="{E76D4D62-9CBD-4471-B69B-F089D926DDD3}" type="presParOf" srcId="{2A671D02-AFC3-497E-9B79-2AD81FF71D39}" destId="{72AF75BC-8B21-4C47-AE7A-E76CD1B62708}" srcOrd="9" destOrd="0" presId="urn:microsoft.com/office/officeart/2005/8/layout/orgChart1"/>
    <dgm:cxn modelId="{4286ED87-FB25-4A34-BD0C-AC63DE351C30}" type="presParOf" srcId="{72AF75BC-8B21-4C47-AE7A-E76CD1B62708}" destId="{C9F85A6C-A18A-40ED-AD6A-DC8455ADB043}" srcOrd="0" destOrd="0" presId="urn:microsoft.com/office/officeart/2005/8/layout/orgChart1"/>
    <dgm:cxn modelId="{4DEEAA03-72A9-4D49-BCC3-4B5310A74F8A}" type="presParOf" srcId="{C9F85A6C-A18A-40ED-AD6A-DC8455ADB043}" destId="{E86ADA52-81A3-42DA-B232-32886A975C59}" srcOrd="0" destOrd="0" presId="urn:microsoft.com/office/officeart/2005/8/layout/orgChart1"/>
    <dgm:cxn modelId="{503E36A2-457B-401C-A703-FDC63B659F06}" type="presParOf" srcId="{C9F85A6C-A18A-40ED-AD6A-DC8455ADB043}" destId="{975BE04A-09A5-4EA1-AB02-8C4BA6A207F0}" srcOrd="1" destOrd="0" presId="urn:microsoft.com/office/officeart/2005/8/layout/orgChart1"/>
    <dgm:cxn modelId="{4C3A1E56-A8CB-4391-B84D-0A67A541014A}" type="presParOf" srcId="{72AF75BC-8B21-4C47-AE7A-E76CD1B62708}" destId="{406FA5D7-EA52-4EAC-AD52-5383A51985C8}" srcOrd="1" destOrd="0" presId="urn:microsoft.com/office/officeart/2005/8/layout/orgChart1"/>
    <dgm:cxn modelId="{9D162931-C58D-4F81-9E4C-9CA7102FD5B1}" type="presParOf" srcId="{406FA5D7-EA52-4EAC-AD52-5383A51985C8}" destId="{39199D63-C449-4EB0-9193-9F11A5FCFF3F}" srcOrd="0" destOrd="0" presId="urn:microsoft.com/office/officeart/2005/8/layout/orgChart1"/>
    <dgm:cxn modelId="{93B0D301-CAF2-4267-9032-C26A0934DFAA}" type="presParOf" srcId="{406FA5D7-EA52-4EAC-AD52-5383A51985C8}" destId="{B99F638C-52A8-42ED-A0BB-3FECF366D277}" srcOrd="1" destOrd="0" presId="urn:microsoft.com/office/officeart/2005/8/layout/orgChart1"/>
    <dgm:cxn modelId="{2AF32EF9-B71F-4814-A0B0-50DF62DA6FA9}" type="presParOf" srcId="{B99F638C-52A8-42ED-A0BB-3FECF366D277}" destId="{D2D43C49-F956-4B98-B8D1-B18E17938990}" srcOrd="0" destOrd="0" presId="urn:microsoft.com/office/officeart/2005/8/layout/orgChart1"/>
    <dgm:cxn modelId="{FDD0B0CC-B114-458A-8165-72AFB7DC661D}" type="presParOf" srcId="{D2D43C49-F956-4B98-B8D1-B18E17938990}" destId="{9BAF8ADB-B70C-4154-8183-B61A6E07D0A7}" srcOrd="0" destOrd="0" presId="urn:microsoft.com/office/officeart/2005/8/layout/orgChart1"/>
    <dgm:cxn modelId="{E8BC1CE7-2B76-4D6C-A2B5-9B4248F90A03}" type="presParOf" srcId="{D2D43C49-F956-4B98-B8D1-B18E17938990}" destId="{92894DE1-8470-4633-9C09-702F5B4CFD15}" srcOrd="1" destOrd="0" presId="urn:microsoft.com/office/officeart/2005/8/layout/orgChart1"/>
    <dgm:cxn modelId="{7E494E62-9834-4634-BF44-2E886D7C2A17}" type="presParOf" srcId="{B99F638C-52A8-42ED-A0BB-3FECF366D277}" destId="{9B918A7C-316C-4270-8B16-819F62DEDC29}" srcOrd="1" destOrd="0" presId="urn:microsoft.com/office/officeart/2005/8/layout/orgChart1"/>
    <dgm:cxn modelId="{85B6FAB9-7AEA-4D67-8974-A7176C603847}" type="presParOf" srcId="{B99F638C-52A8-42ED-A0BB-3FECF366D277}" destId="{2A16422D-0C16-4EDD-8AC3-2CC12EADD0E9}" srcOrd="2" destOrd="0" presId="urn:microsoft.com/office/officeart/2005/8/layout/orgChart1"/>
    <dgm:cxn modelId="{838733A9-29C3-4EE7-939A-B6D0D65581B6}" type="presParOf" srcId="{406FA5D7-EA52-4EAC-AD52-5383A51985C8}" destId="{4D6CD42E-E81D-445A-B4CB-9A6DB00CA16F}" srcOrd="2" destOrd="0" presId="urn:microsoft.com/office/officeart/2005/8/layout/orgChart1"/>
    <dgm:cxn modelId="{A641E57D-B960-4029-AAC1-492D9C58890D}" type="presParOf" srcId="{406FA5D7-EA52-4EAC-AD52-5383A51985C8}" destId="{6973E1C1-C090-40AB-A8A9-249855BCE474}" srcOrd="3" destOrd="0" presId="urn:microsoft.com/office/officeart/2005/8/layout/orgChart1"/>
    <dgm:cxn modelId="{336CE101-9F08-4B66-B8D8-6C36826DA561}" type="presParOf" srcId="{6973E1C1-C090-40AB-A8A9-249855BCE474}" destId="{C4673867-7635-43F6-950B-3FC3DBFAA95E}" srcOrd="0" destOrd="0" presId="urn:microsoft.com/office/officeart/2005/8/layout/orgChart1"/>
    <dgm:cxn modelId="{9981EA54-3292-4AD9-923B-0BF95CF0911C}" type="presParOf" srcId="{C4673867-7635-43F6-950B-3FC3DBFAA95E}" destId="{3C14D48A-5FBD-4753-AB40-6E2F9FF5CC60}" srcOrd="0" destOrd="0" presId="urn:microsoft.com/office/officeart/2005/8/layout/orgChart1"/>
    <dgm:cxn modelId="{85946488-B90D-4829-A696-70E17297E189}" type="presParOf" srcId="{C4673867-7635-43F6-950B-3FC3DBFAA95E}" destId="{FA4A0ECA-22A8-4878-A623-CF2825E772F1}" srcOrd="1" destOrd="0" presId="urn:microsoft.com/office/officeart/2005/8/layout/orgChart1"/>
    <dgm:cxn modelId="{0453EE9C-15A3-424E-B802-A29160C3B57A}" type="presParOf" srcId="{6973E1C1-C090-40AB-A8A9-249855BCE474}" destId="{D75DBB06-53A8-43FF-A495-F9781A3327CC}" srcOrd="1" destOrd="0" presId="urn:microsoft.com/office/officeart/2005/8/layout/orgChart1"/>
    <dgm:cxn modelId="{1EB0A9B6-FC2E-4EB7-8584-2B704071543E}" type="presParOf" srcId="{6973E1C1-C090-40AB-A8A9-249855BCE474}" destId="{7C4521AF-16D4-4F93-9193-89278DF927E4}" srcOrd="2" destOrd="0" presId="urn:microsoft.com/office/officeart/2005/8/layout/orgChart1"/>
    <dgm:cxn modelId="{6634EEFA-B5DC-4521-ABF6-646FF6BED171}" type="presParOf" srcId="{406FA5D7-EA52-4EAC-AD52-5383A51985C8}" destId="{0A95353F-F3FC-4EFB-8C44-029092A75C29}" srcOrd="4" destOrd="0" presId="urn:microsoft.com/office/officeart/2005/8/layout/orgChart1"/>
    <dgm:cxn modelId="{400B50D7-0D88-4F91-939D-5EB6CE9E97C5}" type="presParOf" srcId="{406FA5D7-EA52-4EAC-AD52-5383A51985C8}" destId="{2391705C-2D2C-48F8-8DD7-1C61F89C7B6A}" srcOrd="5" destOrd="0" presId="urn:microsoft.com/office/officeart/2005/8/layout/orgChart1"/>
    <dgm:cxn modelId="{B916A52A-ED64-4A4E-B465-E9ED59D87703}" type="presParOf" srcId="{2391705C-2D2C-48F8-8DD7-1C61F89C7B6A}" destId="{B64E54BD-85C7-4E5F-8FAE-DC3CBDC9B2EB}" srcOrd="0" destOrd="0" presId="urn:microsoft.com/office/officeart/2005/8/layout/orgChart1"/>
    <dgm:cxn modelId="{FCC2644C-6721-4BE0-B672-2170A99D5950}" type="presParOf" srcId="{B64E54BD-85C7-4E5F-8FAE-DC3CBDC9B2EB}" destId="{81347858-F95C-4DA7-86B0-FB33EAA4401B}" srcOrd="0" destOrd="0" presId="urn:microsoft.com/office/officeart/2005/8/layout/orgChart1"/>
    <dgm:cxn modelId="{7E2C4F57-420D-47E7-95DA-833080DC7227}" type="presParOf" srcId="{B64E54BD-85C7-4E5F-8FAE-DC3CBDC9B2EB}" destId="{0964FDB6-9CB1-49F5-B0AC-7FD7320D718D}" srcOrd="1" destOrd="0" presId="urn:microsoft.com/office/officeart/2005/8/layout/orgChart1"/>
    <dgm:cxn modelId="{D5E509C7-8631-4EDD-8E76-D7340656978F}" type="presParOf" srcId="{2391705C-2D2C-48F8-8DD7-1C61F89C7B6A}" destId="{641663BB-233B-46F9-BFF8-428EA90BE9C4}" srcOrd="1" destOrd="0" presId="urn:microsoft.com/office/officeart/2005/8/layout/orgChart1"/>
    <dgm:cxn modelId="{7C7F1A3F-97B8-4AE2-A7B9-FC099D22C29B}" type="presParOf" srcId="{2391705C-2D2C-48F8-8DD7-1C61F89C7B6A}" destId="{951C7219-063B-4DA0-81AC-2FDAE453BC79}" srcOrd="2" destOrd="0" presId="urn:microsoft.com/office/officeart/2005/8/layout/orgChart1"/>
    <dgm:cxn modelId="{4E64F5E0-C8AC-480D-9A6A-305E0034CCA7}" type="presParOf" srcId="{72AF75BC-8B21-4C47-AE7A-E76CD1B62708}" destId="{4C285287-EBEC-49D3-9B5D-41BDB3257418}" srcOrd="2" destOrd="0" presId="urn:microsoft.com/office/officeart/2005/8/layout/orgChart1"/>
    <dgm:cxn modelId="{F64331CF-C3FF-491E-BA22-AF4B2F471F1E}" type="presParOf" srcId="{3D9376E5-B0D2-4FCC-A13D-4A9A014E9FB2}" destId="{7DD24287-7943-4CE2-9AB6-09AF1FA5D1B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EC8707-3C89-4E9A-B70A-9F4A2EE456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932F7A6-007A-46F4-9C67-34941D32D91D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Веб-Фреймворк</a:t>
          </a:r>
        </a:p>
      </dgm:t>
    </dgm:pt>
    <dgm:pt modelId="{6089C0EF-4DF5-48F4-A792-51109C41E8A0}" type="parTrans" cxnId="{A75D615F-BDA6-4B8B-82BD-D84696CA5BB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F3A0F11D-1AC0-484B-8D27-D76818AA20E9}" type="sibTrans" cxnId="{A75D615F-BDA6-4B8B-82BD-D84696CA5BB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8A7F754-A1CB-4C70-8829-8FFEC8563A68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ORM-</a:t>
          </a:r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модели</a:t>
          </a:r>
        </a:p>
      </dgm:t>
    </dgm:pt>
    <dgm:pt modelId="{7A68A91C-A5D0-4B43-A7DC-7F964870478B}" type="parTrans" cxnId="{9F892EAD-6836-4AAE-8675-3F5070EFE8C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817AC67-DD25-49C4-976A-958409E6D355}" type="sibTrans" cxnId="{9F892EAD-6836-4AAE-8675-3F5070EFE8C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9E5DC34-DAF1-4ED2-B5AA-765324ADBDEA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Регистрация и авторизация</a:t>
          </a:r>
        </a:p>
      </dgm:t>
    </dgm:pt>
    <dgm:pt modelId="{AC8E6302-1DEB-4D3A-948A-BB175A3B18DC}" type="parTrans" cxnId="{A05A4634-DD7A-4963-BA1E-246C5D322C3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662B40E-5EEE-4181-A81A-75349775CCFB}" type="sibTrans" cxnId="{A05A4634-DD7A-4963-BA1E-246C5D322C3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9DF2D18-206B-4969-8E73-C0F5F9DAAEBE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Загрузка и использование файлов</a:t>
          </a:r>
        </a:p>
      </dgm:t>
    </dgm:pt>
    <dgm:pt modelId="{355605AE-960F-4920-9748-5F725C2271D5}" type="parTrans" cxnId="{3B09A058-8FA1-4EDA-B90C-D200075D113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3ECA58F-080C-474D-9960-EFD9657F75C6}" type="sibTrans" cxnId="{3B09A058-8FA1-4EDA-B90C-D200075D113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3D81EF30-9AC1-4797-8FC0-5C33AA02CDAA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API (REST)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B7254EE7-C7CB-441D-8CF5-AF8685319763}" type="parTrans" cxnId="{B3DA4015-F0B1-49D1-89D7-1A2FD5792EF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BC582BE-7B1F-4D46-AB37-5AC2AF96AB9A}" type="sibTrans" cxnId="{B3DA4015-F0B1-49D1-89D7-1A2FD5792EF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AC8FC98-D89F-4D92-BA03-4E10F85F8823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Хранение данных (БД)</a:t>
          </a:r>
        </a:p>
      </dgm:t>
    </dgm:pt>
    <dgm:pt modelId="{6CFAC604-F569-446A-A16F-7083C37CE17D}" type="parTrans" cxnId="{672FE499-AD64-40DC-902F-225FC3115A7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0A14D62-4A5E-40B6-BC6C-620FAD0808B7}" type="sibTrans" cxnId="{672FE499-AD64-40DC-902F-225FC3115A7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B8F521F-2C07-4C76-AC1F-D246E5054DF0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ru-RU" dirty="0">
              <a:solidFill>
                <a:srgbClr val="F2F27E"/>
              </a:solidFill>
              <a:latin typeface="Bahnschrift" panose="020B0502040204020203" pitchFamily="34" charset="0"/>
            </a:rPr>
            <a:t>Хостинг</a:t>
          </a:r>
        </a:p>
      </dgm:t>
    </dgm:pt>
    <dgm:pt modelId="{8A4D6D39-3230-4584-A74A-F39119FA6469}" type="parTrans" cxnId="{607123FD-0A7B-4C98-A895-8C7E817A351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E270B31-99CF-4E6B-960D-71095CC89BE3}" type="sibTrans" cxnId="{607123FD-0A7B-4C98-A895-8C7E817A351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736FDA6D-453A-4F85-A49F-D9552F570154}" type="pres">
      <dgm:prSet presAssocID="{81EC8707-3C89-4E9A-B70A-9F4A2EE45601}" presName="diagram" presStyleCnt="0">
        <dgm:presLayoutVars>
          <dgm:dir/>
          <dgm:resizeHandles val="exact"/>
        </dgm:presLayoutVars>
      </dgm:prSet>
      <dgm:spPr/>
    </dgm:pt>
    <dgm:pt modelId="{959268ED-0729-4321-9C24-E720695C98A5}" type="pres">
      <dgm:prSet presAssocID="{D932F7A6-007A-46F4-9C67-34941D32D91D}" presName="node" presStyleLbl="node1" presStyleIdx="0" presStyleCnt="7" custScaleY="64272" custLinFactNeighborY="27573">
        <dgm:presLayoutVars>
          <dgm:bulletEnabled val="1"/>
        </dgm:presLayoutVars>
      </dgm:prSet>
      <dgm:spPr/>
    </dgm:pt>
    <dgm:pt modelId="{087FEF2C-17A9-437C-9F5E-FCA49578E51F}" type="pres">
      <dgm:prSet presAssocID="{F3A0F11D-1AC0-484B-8D27-D76818AA20E9}" presName="sibTrans" presStyleCnt="0"/>
      <dgm:spPr/>
    </dgm:pt>
    <dgm:pt modelId="{E070CBF8-FA48-4B91-9A86-EA7E101F7469}" type="pres">
      <dgm:prSet presAssocID="{B8A7F754-A1CB-4C70-8829-8FFEC8563A68}" presName="node" presStyleLbl="node1" presStyleIdx="1" presStyleCnt="7" custScaleY="64272" custLinFactNeighborY="27573">
        <dgm:presLayoutVars>
          <dgm:bulletEnabled val="1"/>
        </dgm:presLayoutVars>
      </dgm:prSet>
      <dgm:spPr/>
    </dgm:pt>
    <dgm:pt modelId="{85B20BD9-5F3D-4023-A119-B56316994FA1}" type="pres">
      <dgm:prSet presAssocID="{8817AC67-DD25-49C4-976A-958409E6D355}" presName="sibTrans" presStyleCnt="0"/>
      <dgm:spPr/>
    </dgm:pt>
    <dgm:pt modelId="{31326D96-5D6B-4434-A48A-34A4A9B391E9}" type="pres">
      <dgm:prSet presAssocID="{29E5DC34-DAF1-4ED2-B5AA-765324ADBDEA}" presName="node" presStyleLbl="node1" presStyleIdx="2" presStyleCnt="7" custScaleY="64272" custLinFactNeighborY="27573">
        <dgm:presLayoutVars>
          <dgm:bulletEnabled val="1"/>
        </dgm:presLayoutVars>
      </dgm:prSet>
      <dgm:spPr/>
    </dgm:pt>
    <dgm:pt modelId="{E9453EB1-8D58-48DD-A94B-1090E228838E}" type="pres">
      <dgm:prSet presAssocID="{E662B40E-5EEE-4181-A81A-75349775CCFB}" presName="sibTrans" presStyleCnt="0"/>
      <dgm:spPr/>
    </dgm:pt>
    <dgm:pt modelId="{74573B5F-96E7-4C85-A36C-3333B3A5EA37}" type="pres">
      <dgm:prSet presAssocID="{C9DF2D18-206B-4969-8E73-C0F5F9DAAEBE}" presName="node" presStyleLbl="node1" presStyleIdx="3" presStyleCnt="7" custScaleY="64272" custLinFactNeighborY="27573">
        <dgm:presLayoutVars>
          <dgm:bulletEnabled val="1"/>
        </dgm:presLayoutVars>
      </dgm:prSet>
      <dgm:spPr/>
    </dgm:pt>
    <dgm:pt modelId="{05CC56A9-215E-4FF9-8693-9F29EECB8134}" type="pres">
      <dgm:prSet presAssocID="{A3ECA58F-080C-474D-9960-EFD9657F75C6}" presName="sibTrans" presStyleCnt="0"/>
      <dgm:spPr/>
    </dgm:pt>
    <dgm:pt modelId="{A2E43C55-A25A-47E4-9992-EAA33B1EE481}" type="pres">
      <dgm:prSet presAssocID="{3D81EF30-9AC1-4797-8FC0-5C33AA02CDAA}" presName="node" presStyleLbl="node1" presStyleIdx="4" presStyleCnt="7" custScaleY="64272" custLinFactNeighborY="27573">
        <dgm:presLayoutVars>
          <dgm:bulletEnabled val="1"/>
        </dgm:presLayoutVars>
      </dgm:prSet>
      <dgm:spPr/>
    </dgm:pt>
    <dgm:pt modelId="{21041D93-93BD-4323-A94D-86EBA0FE9DE2}" type="pres">
      <dgm:prSet presAssocID="{CBC582BE-7B1F-4D46-AB37-5AC2AF96AB9A}" presName="sibTrans" presStyleCnt="0"/>
      <dgm:spPr/>
    </dgm:pt>
    <dgm:pt modelId="{4ED1316A-1533-4717-BFB4-72C8B0145E53}" type="pres">
      <dgm:prSet presAssocID="{AAC8FC98-D89F-4D92-BA03-4E10F85F8823}" presName="node" presStyleLbl="node1" presStyleIdx="5" presStyleCnt="7" custScaleY="64272" custLinFactNeighborY="27573">
        <dgm:presLayoutVars>
          <dgm:bulletEnabled val="1"/>
        </dgm:presLayoutVars>
      </dgm:prSet>
      <dgm:spPr/>
    </dgm:pt>
    <dgm:pt modelId="{16EC17F8-125A-4B7E-997E-AEE3B9B4001C}" type="pres">
      <dgm:prSet presAssocID="{A0A14D62-4A5E-40B6-BC6C-620FAD0808B7}" presName="sibTrans" presStyleCnt="0"/>
      <dgm:spPr/>
    </dgm:pt>
    <dgm:pt modelId="{49ADECBC-304B-428E-ABC5-437CC681AEEC}" type="pres">
      <dgm:prSet presAssocID="{8B8F521F-2C07-4C76-AC1F-D246E5054DF0}" presName="node" presStyleLbl="node1" presStyleIdx="6" presStyleCnt="7" custScaleY="64272" custLinFactNeighborX="0" custLinFactNeighborY="25632">
        <dgm:presLayoutVars>
          <dgm:bulletEnabled val="1"/>
        </dgm:presLayoutVars>
      </dgm:prSet>
      <dgm:spPr/>
    </dgm:pt>
  </dgm:ptLst>
  <dgm:cxnLst>
    <dgm:cxn modelId="{17448206-0899-4B36-8347-DEF2B14DB1EC}" type="presOf" srcId="{C9DF2D18-206B-4969-8E73-C0F5F9DAAEBE}" destId="{74573B5F-96E7-4C85-A36C-3333B3A5EA37}" srcOrd="0" destOrd="0" presId="urn:microsoft.com/office/officeart/2005/8/layout/default"/>
    <dgm:cxn modelId="{8FD2BC0A-62D4-486C-87A7-8F8BFCF6FD14}" type="presOf" srcId="{29E5DC34-DAF1-4ED2-B5AA-765324ADBDEA}" destId="{31326D96-5D6B-4434-A48A-34A4A9B391E9}" srcOrd="0" destOrd="0" presId="urn:microsoft.com/office/officeart/2005/8/layout/default"/>
    <dgm:cxn modelId="{B3DA4015-F0B1-49D1-89D7-1A2FD5792EF2}" srcId="{81EC8707-3C89-4E9A-B70A-9F4A2EE45601}" destId="{3D81EF30-9AC1-4797-8FC0-5C33AA02CDAA}" srcOrd="4" destOrd="0" parTransId="{B7254EE7-C7CB-441D-8CF5-AF8685319763}" sibTransId="{CBC582BE-7B1F-4D46-AB37-5AC2AF96AB9A}"/>
    <dgm:cxn modelId="{BD372D34-C0DB-4674-B4A3-D2B322C29883}" type="presOf" srcId="{B8A7F754-A1CB-4C70-8829-8FFEC8563A68}" destId="{E070CBF8-FA48-4B91-9A86-EA7E101F7469}" srcOrd="0" destOrd="0" presId="urn:microsoft.com/office/officeart/2005/8/layout/default"/>
    <dgm:cxn modelId="{A05A4634-DD7A-4963-BA1E-246C5D322C37}" srcId="{81EC8707-3C89-4E9A-B70A-9F4A2EE45601}" destId="{29E5DC34-DAF1-4ED2-B5AA-765324ADBDEA}" srcOrd="2" destOrd="0" parTransId="{AC8E6302-1DEB-4D3A-948A-BB175A3B18DC}" sibTransId="{E662B40E-5EEE-4181-A81A-75349775CCFB}"/>
    <dgm:cxn modelId="{A75D615F-BDA6-4B8B-82BD-D84696CA5BB8}" srcId="{81EC8707-3C89-4E9A-B70A-9F4A2EE45601}" destId="{D932F7A6-007A-46F4-9C67-34941D32D91D}" srcOrd="0" destOrd="0" parTransId="{6089C0EF-4DF5-48F4-A792-51109C41E8A0}" sibTransId="{F3A0F11D-1AC0-484B-8D27-D76818AA20E9}"/>
    <dgm:cxn modelId="{3B09A058-8FA1-4EDA-B90C-D200075D1138}" srcId="{81EC8707-3C89-4E9A-B70A-9F4A2EE45601}" destId="{C9DF2D18-206B-4969-8E73-C0F5F9DAAEBE}" srcOrd="3" destOrd="0" parTransId="{355605AE-960F-4920-9748-5F725C2271D5}" sibTransId="{A3ECA58F-080C-474D-9960-EFD9657F75C6}"/>
    <dgm:cxn modelId="{6B42E37E-47A4-47FC-B5DC-1B473F4DB7FF}" type="presOf" srcId="{D932F7A6-007A-46F4-9C67-34941D32D91D}" destId="{959268ED-0729-4321-9C24-E720695C98A5}" srcOrd="0" destOrd="0" presId="urn:microsoft.com/office/officeart/2005/8/layout/default"/>
    <dgm:cxn modelId="{02468597-0A4D-4AF6-A0EC-61C90576F842}" type="presOf" srcId="{8B8F521F-2C07-4C76-AC1F-D246E5054DF0}" destId="{49ADECBC-304B-428E-ABC5-437CC681AEEC}" srcOrd="0" destOrd="0" presId="urn:microsoft.com/office/officeart/2005/8/layout/default"/>
    <dgm:cxn modelId="{672FE499-AD64-40DC-902F-225FC3115A72}" srcId="{81EC8707-3C89-4E9A-B70A-9F4A2EE45601}" destId="{AAC8FC98-D89F-4D92-BA03-4E10F85F8823}" srcOrd="5" destOrd="0" parTransId="{6CFAC604-F569-446A-A16F-7083C37CE17D}" sibTransId="{A0A14D62-4A5E-40B6-BC6C-620FAD0808B7}"/>
    <dgm:cxn modelId="{3FA8079A-BE3E-444B-BE40-F23E4518BF08}" type="presOf" srcId="{3D81EF30-9AC1-4797-8FC0-5C33AA02CDAA}" destId="{A2E43C55-A25A-47E4-9992-EAA33B1EE481}" srcOrd="0" destOrd="0" presId="urn:microsoft.com/office/officeart/2005/8/layout/default"/>
    <dgm:cxn modelId="{970F67A2-0314-49F3-AF90-C286664E5E3E}" type="presOf" srcId="{AAC8FC98-D89F-4D92-BA03-4E10F85F8823}" destId="{4ED1316A-1533-4717-BFB4-72C8B0145E53}" srcOrd="0" destOrd="0" presId="urn:microsoft.com/office/officeart/2005/8/layout/default"/>
    <dgm:cxn modelId="{9F892EAD-6836-4AAE-8675-3F5070EFE8C0}" srcId="{81EC8707-3C89-4E9A-B70A-9F4A2EE45601}" destId="{B8A7F754-A1CB-4C70-8829-8FFEC8563A68}" srcOrd="1" destOrd="0" parTransId="{7A68A91C-A5D0-4B43-A7DC-7F964870478B}" sibTransId="{8817AC67-DD25-49C4-976A-958409E6D355}"/>
    <dgm:cxn modelId="{A9C7B1AF-7D16-4AAB-88A4-F158C753F084}" type="presOf" srcId="{81EC8707-3C89-4E9A-B70A-9F4A2EE45601}" destId="{736FDA6D-453A-4F85-A49F-D9552F570154}" srcOrd="0" destOrd="0" presId="urn:microsoft.com/office/officeart/2005/8/layout/default"/>
    <dgm:cxn modelId="{607123FD-0A7B-4C98-A895-8C7E817A3514}" srcId="{81EC8707-3C89-4E9A-B70A-9F4A2EE45601}" destId="{8B8F521F-2C07-4C76-AC1F-D246E5054DF0}" srcOrd="6" destOrd="0" parTransId="{8A4D6D39-3230-4584-A74A-F39119FA6469}" sibTransId="{8E270B31-99CF-4E6B-960D-71095CC89BE3}"/>
    <dgm:cxn modelId="{F1B009A6-D6BC-42FF-BEEB-654E90EDB974}" type="presParOf" srcId="{736FDA6D-453A-4F85-A49F-D9552F570154}" destId="{959268ED-0729-4321-9C24-E720695C98A5}" srcOrd="0" destOrd="0" presId="urn:microsoft.com/office/officeart/2005/8/layout/default"/>
    <dgm:cxn modelId="{0976E8EA-6AAF-4847-A78E-9890438067A4}" type="presParOf" srcId="{736FDA6D-453A-4F85-A49F-D9552F570154}" destId="{087FEF2C-17A9-437C-9F5E-FCA49578E51F}" srcOrd="1" destOrd="0" presId="urn:microsoft.com/office/officeart/2005/8/layout/default"/>
    <dgm:cxn modelId="{F7DE4084-4DDE-4ECB-A6BC-2DA3023C911C}" type="presParOf" srcId="{736FDA6D-453A-4F85-A49F-D9552F570154}" destId="{E070CBF8-FA48-4B91-9A86-EA7E101F7469}" srcOrd="2" destOrd="0" presId="urn:microsoft.com/office/officeart/2005/8/layout/default"/>
    <dgm:cxn modelId="{128A1DF9-0857-483F-AE57-E1754ED386AB}" type="presParOf" srcId="{736FDA6D-453A-4F85-A49F-D9552F570154}" destId="{85B20BD9-5F3D-4023-A119-B56316994FA1}" srcOrd="3" destOrd="0" presId="urn:microsoft.com/office/officeart/2005/8/layout/default"/>
    <dgm:cxn modelId="{3C55F77C-2C35-47AF-868D-8120BCA794C8}" type="presParOf" srcId="{736FDA6D-453A-4F85-A49F-D9552F570154}" destId="{31326D96-5D6B-4434-A48A-34A4A9B391E9}" srcOrd="4" destOrd="0" presId="urn:microsoft.com/office/officeart/2005/8/layout/default"/>
    <dgm:cxn modelId="{80E340B7-919B-4760-9D99-48924C0713D8}" type="presParOf" srcId="{736FDA6D-453A-4F85-A49F-D9552F570154}" destId="{E9453EB1-8D58-48DD-A94B-1090E228838E}" srcOrd="5" destOrd="0" presId="urn:microsoft.com/office/officeart/2005/8/layout/default"/>
    <dgm:cxn modelId="{ADE0FF92-DD88-4B2C-BEFB-A24AFAC0925D}" type="presParOf" srcId="{736FDA6D-453A-4F85-A49F-D9552F570154}" destId="{74573B5F-96E7-4C85-A36C-3333B3A5EA37}" srcOrd="6" destOrd="0" presId="urn:microsoft.com/office/officeart/2005/8/layout/default"/>
    <dgm:cxn modelId="{63D23E00-E931-4481-9F3E-F7F39B920179}" type="presParOf" srcId="{736FDA6D-453A-4F85-A49F-D9552F570154}" destId="{05CC56A9-215E-4FF9-8693-9F29EECB8134}" srcOrd="7" destOrd="0" presId="urn:microsoft.com/office/officeart/2005/8/layout/default"/>
    <dgm:cxn modelId="{DE2BD11A-B1AB-4EAA-ABDB-32F4FA1EB6E4}" type="presParOf" srcId="{736FDA6D-453A-4F85-A49F-D9552F570154}" destId="{A2E43C55-A25A-47E4-9992-EAA33B1EE481}" srcOrd="8" destOrd="0" presId="urn:microsoft.com/office/officeart/2005/8/layout/default"/>
    <dgm:cxn modelId="{BDBE0A08-AE12-4657-AE0C-052E764BBCE1}" type="presParOf" srcId="{736FDA6D-453A-4F85-A49F-D9552F570154}" destId="{21041D93-93BD-4323-A94D-86EBA0FE9DE2}" srcOrd="9" destOrd="0" presId="urn:microsoft.com/office/officeart/2005/8/layout/default"/>
    <dgm:cxn modelId="{A200C9F5-3132-40BC-B75A-DE037744C041}" type="presParOf" srcId="{736FDA6D-453A-4F85-A49F-D9552F570154}" destId="{4ED1316A-1533-4717-BFB4-72C8B0145E53}" srcOrd="10" destOrd="0" presId="urn:microsoft.com/office/officeart/2005/8/layout/default"/>
    <dgm:cxn modelId="{D27CB908-6DA0-4364-B624-AF452C6A03BA}" type="presParOf" srcId="{736FDA6D-453A-4F85-A49F-D9552F570154}" destId="{16EC17F8-125A-4B7E-997E-AEE3B9B4001C}" srcOrd="11" destOrd="0" presId="urn:microsoft.com/office/officeart/2005/8/layout/default"/>
    <dgm:cxn modelId="{26452CC0-D0EB-4C76-BF3D-BDC170D13A94}" type="presParOf" srcId="{736FDA6D-453A-4F85-A49F-D9552F570154}" destId="{49ADECBC-304B-428E-ABC5-437CC681AEEC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8A1528-54CB-4131-9E63-CD874729D866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A4A5B81-5CC3-4F87-BB68-A77ED4A0339D}">
      <dgm:prSet phldrT="[Текст]"/>
      <dgm:spPr>
        <a:solidFill>
          <a:srgbClr val="2E2B21"/>
        </a:solidFill>
        <a:ln>
          <a:noFill/>
        </a:ln>
      </dgm:spPr>
      <dgm:t>
        <a:bodyPr/>
        <a:lstStyle/>
        <a:p>
          <a:r>
            <a:rPr lang="en-US" dirty="0" err="1">
              <a:latin typeface="Bahnschrift" panose="020B0502040204020203" pitchFamily="34" charset="0"/>
            </a:rPr>
            <a:t>Ask&amp;Learn</a:t>
          </a:r>
          <a:endParaRPr lang="ru-RU" dirty="0">
            <a:latin typeface="Bahnschrift" panose="020B0502040204020203" pitchFamily="34" charset="0"/>
          </a:endParaRPr>
        </a:p>
      </dgm:t>
    </dgm:pt>
    <dgm:pt modelId="{334291B2-0CAB-4183-B144-0C81B470DEF2}" type="parTrans" cxnId="{3ED16FA1-30B9-4234-A1F1-A6A9BD99FB2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20B305B-44FA-4500-832F-0FB8DEF095C8}" type="sibTrans" cxnId="{3ED16FA1-30B9-4234-A1F1-A6A9BD99FB2D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Приложение</a:t>
          </a:r>
        </a:p>
      </dgm:t>
    </dgm:pt>
    <dgm:pt modelId="{C54319A9-B472-422E-A69B-5E38E032F3F7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User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44734BD7-6195-4A9B-A8DB-826E281B634D}" type="parTrans" cxnId="{8E09C4E8-E70D-4E47-B858-E3AEA42957BB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95CF698A-28C7-4E6E-88BC-940A14C6F930}" type="sibTrans" cxnId="{8E09C4E8-E70D-4E47-B858-E3AEA42957BB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Узел</a:t>
          </a:r>
        </a:p>
      </dgm:t>
    </dgm:pt>
    <dgm:pt modelId="{504D4F40-7BB3-4248-B93D-049EAE72EBDD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QA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9C42E715-D07B-448A-BB2D-C83D95F01B70}" type="parTrans" cxnId="{E66E8E03-4140-4851-A881-C33709C65B88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27A4B62-2E0F-4D99-A58B-C060F430F2F5}" type="sibTrans" cxnId="{E66E8E03-4140-4851-A881-C33709C65B88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Узел</a:t>
          </a:r>
        </a:p>
      </dgm:t>
    </dgm:pt>
    <dgm:pt modelId="{527E1646-8A90-4CA0-B567-B8C53218699D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Auth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578ACC5E-1139-49CF-B264-4DE85340AB3F}" type="parTrans" cxnId="{D707FA88-7837-4824-BCF6-3DF6802A65C9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9500E38-BFC8-4BD5-AFC1-2AA96BA97C89}" type="sibTrans" cxnId="{D707FA88-7837-4824-BCF6-3DF6802A65C9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22DE10AC-0F53-4B3A-A823-9C98EE738BDF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User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9828ADAC-17E9-4FB9-95D1-2E59E7DB26DB}" type="parTrans" cxnId="{381014A6-597C-4DB7-BD3B-44014CB989E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76E57164-0FDC-47C5-8C37-A860EF76DD37}" type="sibTrans" cxnId="{381014A6-597C-4DB7-BD3B-44014CB989E0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FE715042-0228-4B06-89A1-16C6854BB57D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Friendship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03D7AA3E-0E83-4ADB-A050-197722615D2C}" type="parTrans" cxnId="{27E91D1A-54F8-4142-98D2-A581587E813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4EBFF1B-FD2F-4E44-BA4D-36C894576EA6}" type="sibTrans" cxnId="{27E91D1A-54F8-4142-98D2-A581587E813D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3C7E27F7-DA13-4B23-99F8-749395FC4454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Question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F2119CAA-521A-4E7B-A3BA-2DFCE28C26AF}" type="parTrans" cxnId="{71526B16-D102-468E-8735-696DC5E6086F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5E059E2-1B8D-437B-B3CA-0EB63233C2A0}" type="sibTrans" cxnId="{71526B16-D102-468E-8735-696DC5E6086F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EE15299C-1F89-46D4-AAC3-9CAEF51AD7D4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Comment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4FA3D2BD-B45B-41A0-9F78-3313BE32865C}" type="parTrans" cxnId="{199CC0E1-C103-42BD-B760-A155D6D111C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08F8663F-12D6-4D74-97CD-D92BE037074D}" type="sibTrans" cxnId="{199CC0E1-C103-42BD-B760-A155D6D111C0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7DBB6511-332A-4064-A7C6-5DE49E30ECE7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Favorite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1582D5E1-9CBA-449E-8B66-02054A3CA78E}" type="parTrans" cxnId="{47F63248-E87D-4428-97DB-E4D92CE2B64B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8D3DEE7-3292-403C-893B-7F4C28C9256D}" type="sibTrans" cxnId="{47F63248-E87D-4428-97DB-E4D92CE2B64B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ADFA3B44-93C3-4C80-9156-0917A42CB12C}" type="asst">
      <dgm:prSet/>
      <dgm:spPr>
        <a:solidFill>
          <a:schemeClr val="accent6"/>
        </a:solidFill>
        <a:ln>
          <a:noFill/>
        </a:ln>
      </dgm:spPr>
      <dgm:t>
        <a:bodyPr/>
        <a:lstStyle/>
        <a:p>
          <a:r>
            <a:rPr lang="en-US" dirty="0">
              <a:latin typeface="Bahnschrift" panose="020B0502040204020203" pitchFamily="34" charset="0"/>
            </a:rPr>
            <a:t>qa</a:t>
          </a:r>
          <a:endParaRPr lang="ru-RU" dirty="0">
            <a:latin typeface="Bahnschrift" panose="020B0502040204020203" pitchFamily="34" charset="0"/>
          </a:endParaRPr>
        </a:p>
      </dgm:t>
    </dgm:pt>
    <dgm:pt modelId="{574F761B-6ECC-441D-9491-C29AEC4ABB0A}" type="parTrans" cxnId="{AB77E48D-434D-492D-BEAB-AEF3C749B35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1A47BD3A-382E-4118-9DD6-FB0551A66965}" type="sibTrans" cxnId="{AB77E48D-434D-492D-BEAB-AEF3C749B35A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БД</a:t>
          </a:r>
        </a:p>
      </dgm:t>
    </dgm:pt>
    <dgm:pt modelId="{DB14D14A-ED50-43B6-A9F8-661A8F6C42FE}">
      <dgm:prSet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Welcome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0F5FD743-E589-4B07-839D-6C46E006E4D9}" type="parTrans" cxnId="{57719CAE-C70F-4768-9195-3C38C4506242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3826C23B-A171-44DA-A4DB-E07E5B7808A1}" type="sibTrans" cxnId="{57719CAE-C70F-4768-9195-3C38C4506242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Узел</a:t>
          </a:r>
        </a:p>
      </dgm:t>
    </dgm:pt>
    <dgm:pt modelId="{3410DAA7-75DB-4070-94DE-61E4FBDD4281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Welcome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DE2585C3-4388-4B66-A8C4-D20E8FC09265}" type="parTrans" cxnId="{158D1EA5-F276-474F-8BD6-E6972D9CF8F1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1183171-4126-48A9-9C3D-7D322C873610}" type="sibTrans" cxnId="{158D1EA5-F276-474F-8BD6-E6972D9CF8F1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DA595027-EDC2-40DD-A17A-E3CA2D590A87}" type="asst">
      <dgm:prSet/>
      <dgm:spPr>
        <a:solidFill>
          <a:schemeClr val="accent6"/>
        </a:solidFill>
        <a:ln>
          <a:noFill/>
        </a:ln>
      </dgm:spPr>
      <dgm:t>
        <a:bodyPr/>
        <a:lstStyle/>
        <a:p>
          <a:r>
            <a:rPr lang="en-US" dirty="0">
              <a:latin typeface="Bahnschrift" panose="020B0502040204020203" pitchFamily="34" charset="0"/>
            </a:rPr>
            <a:t>user</a:t>
          </a:r>
          <a:endParaRPr lang="ru-RU" dirty="0">
            <a:latin typeface="Bahnschrift" panose="020B0502040204020203" pitchFamily="34" charset="0"/>
          </a:endParaRPr>
        </a:p>
      </dgm:t>
    </dgm:pt>
    <dgm:pt modelId="{E83DACE0-21B0-454F-8702-8EFFD9AB46FC}" type="parTrans" cxnId="{29FDC7D4-DF77-417C-887F-B5420671DDFE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50226DBB-67FB-46DD-85D1-54C86726A524}" type="sibTrans" cxnId="{29FDC7D4-DF77-417C-887F-B5420671DDFE}">
      <dgm:prSet/>
      <dgm:spPr/>
      <dgm:t>
        <a:bodyPr/>
        <a:lstStyle/>
        <a:p>
          <a:r>
            <a:rPr lang="ru-RU" dirty="0">
              <a:latin typeface="Bahnschrift" panose="020B0502040204020203" pitchFamily="34" charset="0"/>
            </a:rPr>
            <a:t>БД</a:t>
          </a:r>
        </a:p>
      </dgm:t>
    </dgm:pt>
    <dgm:pt modelId="{FDE49976-A6D0-4E4D-9898-EFDF77EC7071}" type="pres">
      <dgm:prSet presAssocID="{AF8A1528-54CB-4131-9E63-CD874729D86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1177F37-11DA-4DE0-AC9E-5F1BF43BD8A9}" type="pres">
      <dgm:prSet presAssocID="{BA4A5B81-5CC3-4F87-BB68-A77ED4A0339D}" presName="hierRoot1" presStyleCnt="0">
        <dgm:presLayoutVars>
          <dgm:hierBranch val="init"/>
        </dgm:presLayoutVars>
      </dgm:prSet>
      <dgm:spPr/>
    </dgm:pt>
    <dgm:pt modelId="{77A6AA20-EC3F-4CA7-8BB7-FB09765BC5BC}" type="pres">
      <dgm:prSet presAssocID="{BA4A5B81-5CC3-4F87-BB68-A77ED4A0339D}" presName="rootComposite1" presStyleCnt="0"/>
      <dgm:spPr/>
    </dgm:pt>
    <dgm:pt modelId="{C78A5D9A-0ABA-4848-B1DC-1F993A813785}" type="pres">
      <dgm:prSet presAssocID="{BA4A5B81-5CC3-4F87-BB68-A77ED4A0339D}" presName="rootText1" presStyleLbl="node0" presStyleIdx="0" presStyleCnt="1" custScaleX="175045">
        <dgm:presLayoutVars>
          <dgm:chMax/>
          <dgm:chPref val="3"/>
        </dgm:presLayoutVars>
      </dgm:prSet>
      <dgm:spPr/>
    </dgm:pt>
    <dgm:pt modelId="{70B038D5-FA7E-489C-A377-10A2D9FA78F2}" type="pres">
      <dgm:prSet presAssocID="{BA4A5B81-5CC3-4F87-BB68-A77ED4A0339D}" presName="titleText1" presStyleLbl="fgAcc0" presStyleIdx="0" presStyleCnt="1" custLinFactNeighborX="39775" custLinFactNeighborY="-6719">
        <dgm:presLayoutVars>
          <dgm:chMax val="0"/>
          <dgm:chPref val="0"/>
        </dgm:presLayoutVars>
      </dgm:prSet>
      <dgm:spPr/>
    </dgm:pt>
    <dgm:pt modelId="{58F3A833-D873-441B-B42D-1732D060C005}" type="pres">
      <dgm:prSet presAssocID="{BA4A5B81-5CC3-4F87-BB68-A77ED4A0339D}" presName="rootConnector1" presStyleLbl="node1" presStyleIdx="0" presStyleCnt="10"/>
      <dgm:spPr/>
    </dgm:pt>
    <dgm:pt modelId="{72823D98-4D21-458D-B9A3-2DD8F72CC51A}" type="pres">
      <dgm:prSet presAssocID="{BA4A5B81-5CC3-4F87-BB68-A77ED4A0339D}" presName="hierChild2" presStyleCnt="0"/>
      <dgm:spPr/>
    </dgm:pt>
    <dgm:pt modelId="{88DF55EF-28D6-4B6C-8EC6-4EDCFD462E23}" type="pres">
      <dgm:prSet presAssocID="{44734BD7-6195-4A9B-A8DB-826E281B634D}" presName="Name37" presStyleLbl="parChTrans1D2" presStyleIdx="0" presStyleCnt="3"/>
      <dgm:spPr/>
    </dgm:pt>
    <dgm:pt modelId="{3408B4C4-2C4B-4DF4-B626-F7FEE3B81807}" type="pres">
      <dgm:prSet presAssocID="{C54319A9-B472-422E-A69B-5E38E032F3F7}" presName="hierRoot2" presStyleCnt="0">
        <dgm:presLayoutVars>
          <dgm:hierBranch val="init"/>
        </dgm:presLayoutVars>
      </dgm:prSet>
      <dgm:spPr/>
    </dgm:pt>
    <dgm:pt modelId="{7440AA5A-4B68-4C0B-90E8-15D43912AD56}" type="pres">
      <dgm:prSet presAssocID="{C54319A9-B472-422E-A69B-5E38E032F3F7}" presName="rootComposite" presStyleCnt="0"/>
      <dgm:spPr/>
    </dgm:pt>
    <dgm:pt modelId="{1ED7996C-E3F7-4418-9078-6B15C19675A2}" type="pres">
      <dgm:prSet presAssocID="{C54319A9-B472-422E-A69B-5E38E032F3F7}" presName="rootText" presStyleLbl="node1" presStyleIdx="0" presStyleCnt="10">
        <dgm:presLayoutVars>
          <dgm:chMax/>
          <dgm:chPref val="3"/>
        </dgm:presLayoutVars>
      </dgm:prSet>
      <dgm:spPr/>
    </dgm:pt>
    <dgm:pt modelId="{879E8806-1DEE-4224-99A6-BA6C781F4E4E}" type="pres">
      <dgm:prSet presAssocID="{C54319A9-B472-422E-A69B-5E38E032F3F7}" presName="titleText2" presStyleLbl="fgAcc1" presStyleIdx="0" presStyleCnt="10">
        <dgm:presLayoutVars>
          <dgm:chMax val="0"/>
          <dgm:chPref val="0"/>
        </dgm:presLayoutVars>
      </dgm:prSet>
      <dgm:spPr/>
    </dgm:pt>
    <dgm:pt modelId="{70429C41-8C22-4DB0-8E4E-27410EE97BF6}" type="pres">
      <dgm:prSet presAssocID="{C54319A9-B472-422E-A69B-5E38E032F3F7}" presName="rootConnector" presStyleLbl="node2" presStyleIdx="0" presStyleCnt="0"/>
      <dgm:spPr/>
    </dgm:pt>
    <dgm:pt modelId="{7E462E7D-921D-4D53-8F52-16CA63A75BB9}" type="pres">
      <dgm:prSet presAssocID="{C54319A9-B472-422E-A69B-5E38E032F3F7}" presName="hierChild4" presStyleCnt="0"/>
      <dgm:spPr/>
    </dgm:pt>
    <dgm:pt modelId="{7F6F5A2C-869A-4B56-92B7-329013A00BC8}" type="pres">
      <dgm:prSet presAssocID="{578ACC5E-1139-49CF-B264-4DE85340AB3F}" presName="Name37" presStyleLbl="parChTrans1D3" presStyleIdx="0" presStyleCnt="9"/>
      <dgm:spPr/>
    </dgm:pt>
    <dgm:pt modelId="{1E87D60A-0F98-46F4-AED4-406E1B6AAABF}" type="pres">
      <dgm:prSet presAssocID="{527E1646-8A90-4CA0-B567-B8C53218699D}" presName="hierRoot2" presStyleCnt="0">
        <dgm:presLayoutVars>
          <dgm:hierBranch val="init"/>
        </dgm:presLayoutVars>
      </dgm:prSet>
      <dgm:spPr/>
    </dgm:pt>
    <dgm:pt modelId="{CF20C840-10C0-48B7-8DAB-C28EA03A5BEB}" type="pres">
      <dgm:prSet presAssocID="{527E1646-8A90-4CA0-B567-B8C53218699D}" presName="rootComposite" presStyleCnt="0"/>
      <dgm:spPr/>
    </dgm:pt>
    <dgm:pt modelId="{EE0D39D3-D0D6-4F54-A3E7-3E8EF5B945C4}" type="pres">
      <dgm:prSet presAssocID="{527E1646-8A90-4CA0-B567-B8C53218699D}" presName="rootText" presStyleLbl="node1" presStyleIdx="1" presStyleCnt="10">
        <dgm:presLayoutVars>
          <dgm:chMax/>
          <dgm:chPref val="3"/>
        </dgm:presLayoutVars>
      </dgm:prSet>
      <dgm:spPr/>
    </dgm:pt>
    <dgm:pt modelId="{FAB3520A-7E96-4B24-B26B-8FBF908AB3C3}" type="pres">
      <dgm:prSet presAssocID="{527E1646-8A90-4CA0-B567-B8C53218699D}" presName="titleText2" presStyleLbl="fgAcc1" presStyleIdx="1" presStyleCnt="10">
        <dgm:presLayoutVars>
          <dgm:chMax val="0"/>
          <dgm:chPref val="0"/>
        </dgm:presLayoutVars>
      </dgm:prSet>
      <dgm:spPr/>
    </dgm:pt>
    <dgm:pt modelId="{D3EBB9D2-6F80-449F-89FF-91DD939E7061}" type="pres">
      <dgm:prSet presAssocID="{527E1646-8A90-4CA0-B567-B8C53218699D}" presName="rootConnector" presStyleLbl="node3" presStyleIdx="0" presStyleCnt="0"/>
      <dgm:spPr/>
    </dgm:pt>
    <dgm:pt modelId="{A4B42A5E-1615-4F89-8BCB-186279CC0427}" type="pres">
      <dgm:prSet presAssocID="{527E1646-8A90-4CA0-B567-B8C53218699D}" presName="hierChild4" presStyleCnt="0"/>
      <dgm:spPr/>
    </dgm:pt>
    <dgm:pt modelId="{5E317183-06C6-4B33-AE04-23DCE2974BCC}" type="pres">
      <dgm:prSet presAssocID="{527E1646-8A90-4CA0-B567-B8C53218699D}" presName="hierChild5" presStyleCnt="0"/>
      <dgm:spPr/>
    </dgm:pt>
    <dgm:pt modelId="{48CDB226-C232-4ED3-8D0F-A534FD2FCE4A}" type="pres">
      <dgm:prSet presAssocID="{9828ADAC-17E9-4FB9-95D1-2E59E7DB26DB}" presName="Name37" presStyleLbl="parChTrans1D3" presStyleIdx="1" presStyleCnt="9"/>
      <dgm:spPr/>
    </dgm:pt>
    <dgm:pt modelId="{2F478E77-67C1-4E24-A5B9-2DC3B6F32836}" type="pres">
      <dgm:prSet presAssocID="{22DE10AC-0F53-4B3A-A823-9C98EE738BDF}" presName="hierRoot2" presStyleCnt="0">
        <dgm:presLayoutVars>
          <dgm:hierBranch val="init"/>
        </dgm:presLayoutVars>
      </dgm:prSet>
      <dgm:spPr/>
    </dgm:pt>
    <dgm:pt modelId="{E6B15415-3031-4CBE-88DB-A40D33F078E5}" type="pres">
      <dgm:prSet presAssocID="{22DE10AC-0F53-4B3A-A823-9C98EE738BDF}" presName="rootComposite" presStyleCnt="0"/>
      <dgm:spPr/>
    </dgm:pt>
    <dgm:pt modelId="{F15505B2-0293-46C7-9705-F365D1B8DF35}" type="pres">
      <dgm:prSet presAssocID="{22DE10AC-0F53-4B3A-A823-9C98EE738BDF}" presName="rootText" presStyleLbl="node1" presStyleIdx="2" presStyleCnt="10">
        <dgm:presLayoutVars>
          <dgm:chMax/>
          <dgm:chPref val="3"/>
        </dgm:presLayoutVars>
      </dgm:prSet>
      <dgm:spPr/>
    </dgm:pt>
    <dgm:pt modelId="{B8AF4AD4-FFC6-4D6C-B357-242B350EBF09}" type="pres">
      <dgm:prSet presAssocID="{22DE10AC-0F53-4B3A-A823-9C98EE738BDF}" presName="titleText2" presStyleLbl="fgAcc1" presStyleIdx="2" presStyleCnt="10">
        <dgm:presLayoutVars>
          <dgm:chMax val="0"/>
          <dgm:chPref val="0"/>
        </dgm:presLayoutVars>
      </dgm:prSet>
      <dgm:spPr/>
    </dgm:pt>
    <dgm:pt modelId="{26522CF2-878D-4968-8451-A8A8B09D21F3}" type="pres">
      <dgm:prSet presAssocID="{22DE10AC-0F53-4B3A-A823-9C98EE738BDF}" presName="rootConnector" presStyleLbl="node3" presStyleIdx="0" presStyleCnt="0"/>
      <dgm:spPr/>
    </dgm:pt>
    <dgm:pt modelId="{5F2E685E-40FA-4F85-B1BB-381EAE6BD29E}" type="pres">
      <dgm:prSet presAssocID="{22DE10AC-0F53-4B3A-A823-9C98EE738BDF}" presName="hierChild4" presStyleCnt="0"/>
      <dgm:spPr/>
    </dgm:pt>
    <dgm:pt modelId="{8201A604-F84E-4154-9B38-18096EDD8517}" type="pres">
      <dgm:prSet presAssocID="{22DE10AC-0F53-4B3A-A823-9C98EE738BDF}" presName="hierChild5" presStyleCnt="0"/>
      <dgm:spPr/>
    </dgm:pt>
    <dgm:pt modelId="{B27FCEE3-C2A0-45B8-B8B5-4AEE19058899}" type="pres">
      <dgm:prSet presAssocID="{03D7AA3E-0E83-4ADB-A050-197722615D2C}" presName="Name37" presStyleLbl="parChTrans1D3" presStyleIdx="2" presStyleCnt="9"/>
      <dgm:spPr/>
    </dgm:pt>
    <dgm:pt modelId="{B4E17023-4767-4BEF-8ECA-F6A86A0BC8FB}" type="pres">
      <dgm:prSet presAssocID="{FE715042-0228-4B06-89A1-16C6854BB57D}" presName="hierRoot2" presStyleCnt="0">
        <dgm:presLayoutVars>
          <dgm:hierBranch val="init"/>
        </dgm:presLayoutVars>
      </dgm:prSet>
      <dgm:spPr/>
    </dgm:pt>
    <dgm:pt modelId="{876A9477-8384-4CF8-985A-50801D6CC9E3}" type="pres">
      <dgm:prSet presAssocID="{FE715042-0228-4B06-89A1-16C6854BB57D}" presName="rootComposite" presStyleCnt="0"/>
      <dgm:spPr/>
    </dgm:pt>
    <dgm:pt modelId="{6479267A-9C3B-4513-BAC9-816C2D832244}" type="pres">
      <dgm:prSet presAssocID="{FE715042-0228-4B06-89A1-16C6854BB57D}" presName="rootText" presStyleLbl="node1" presStyleIdx="3" presStyleCnt="10">
        <dgm:presLayoutVars>
          <dgm:chMax/>
          <dgm:chPref val="3"/>
        </dgm:presLayoutVars>
      </dgm:prSet>
      <dgm:spPr/>
    </dgm:pt>
    <dgm:pt modelId="{C625ADDD-BEC0-4966-8DF5-8C3EC84AC9EF}" type="pres">
      <dgm:prSet presAssocID="{FE715042-0228-4B06-89A1-16C6854BB57D}" presName="titleText2" presStyleLbl="fgAcc1" presStyleIdx="3" presStyleCnt="10">
        <dgm:presLayoutVars>
          <dgm:chMax val="0"/>
          <dgm:chPref val="0"/>
        </dgm:presLayoutVars>
      </dgm:prSet>
      <dgm:spPr/>
    </dgm:pt>
    <dgm:pt modelId="{4A07FC58-0D3F-451D-B34B-F23F08097517}" type="pres">
      <dgm:prSet presAssocID="{FE715042-0228-4B06-89A1-16C6854BB57D}" presName="rootConnector" presStyleLbl="node3" presStyleIdx="0" presStyleCnt="0"/>
      <dgm:spPr/>
    </dgm:pt>
    <dgm:pt modelId="{E34D7C7E-2751-491E-87CA-037E7B83CD62}" type="pres">
      <dgm:prSet presAssocID="{FE715042-0228-4B06-89A1-16C6854BB57D}" presName="hierChild4" presStyleCnt="0"/>
      <dgm:spPr/>
    </dgm:pt>
    <dgm:pt modelId="{A1CFF780-0088-4A99-ADC1-05850CFD6F4E}" type="pres">
      <dgm:prSet presAssocID="{FE715042-0228-4B06-89A1-16C6854BB57D}" presName="hierChild5" presStyleCnt="0"/>
      <dgm:spPr/>
    </dgm:pt>
    <dgm:pt modelId="{37A3CFE1-067C-4E32-A868-02E9BE107513}" type="pres">
      <dgm:prSet presAssocID="{C54319A9-B472-422E-A69B-5E38E032F3F7}" presName="hierChild5" presStyleCnt="0"/>
      <dgm:spPr/>
    </dgm:pt>
    <dgm:pt modelId="{6AEFB1BC-1C31-4184-B456-8F769C458378}" type="pres">
      <dgm:prSet presAssocID="{E83DACE0-21B0-454F-8702-8EFFD9AB46FC}" presName="Name96" presStyleLbl="parChTrans1D3" presStyleIdx="3" presStyleCnt="9"/>
      <dgm:spPr/>
    </dgm:pt>
    <dgm:pt modelId="{F89E0437-7A17-4168-9211-F100BFAC9F77}" type="pres">
      <dgm:prSet presAssocID="{DA595027-EDC2-40DD-A17A-E3CA2D590A87}" presName="hierRoot3" presStyleCnt="0">
        <dgm:presLayoutVars>
          <dgm:hierBranch val="init"/>
        </dgm:presLayoutVars>
      </dgm:prSet>
      <dgm:spPr/>
    </dgm:pt>
    <dgm:pt modelId="{39A3FAA3-9E82-44B8-8AA0-B3BEB405467A}" type="pres">
      <dgm:prSet presAssocID="{DA595027-EDC2-40DD-A17A-E3CA2D590A87}" presName="rootComposite3" presStyleCnt="0"/>
      <dgm:spPr/>
    </dgm:pt>
    <dgm:pt modelId="{D80D826F-8272-4D9B-BDB0-899B76BC7A69}" type="pres">
      <dgm:prSet presAssocID="{DA595027-EDC2-40DD-A17A-E3CA2D590A87}" presName="rootText3" presStyleLbl="asst1" presStyleIdx="0" presStyleCnt="2">
        <dgm:presLayoutVars>
          <dgm:chPref val="3"/>
        </dgm:presLayoutVars>
      </dgm:prSet>
      <dgm:spPr/>
    </dgm:pt>
    <dgm:pt modelId="{34B82334-099B-4F11-A7B4-39CFD17AFA6A}" type="pres">
      <dgm:prSet presAssocID="{DA595027-EDC2-40DD-A17A-E3CA2D590A87}" presName="titleText3" presStyleLbl="fgAcc2" presStyleIdx="0" presStyleCnt="2">
        <dgm:presLayoutVars>
          <dgm:chMax val="0"/>
          <dgm:chPref val="0"/>
        </dgm:presLayoutVars>
      </dgm:prSet>
      <dgm:spPr/>
    </dgm:pt>
    <dgm:pt modelId="{763DADB6-565C-4E84-A589-E08961936F48}" type="pres">
      <dgm:prSet presAssocID="{DA595027-EDC2-40DD-A17A-E3CA2D590A87}" presName="rootConnector3" presStyleLbl="asst2" presStyleIdx="0" presStyleCnt="0"/>
      <dgm:spPr/>
    </dgm:pt>
    <dgm:pt modelId="{E0776FF6-3BF3-4BAB-9757-01FDDD23529B}" type="pres">
      <dgm:prSet presAssocID="{DA595027-EDC2-40DD-A17A-E3CA2D590A87}" presName="hierChild6" presStyleCnt="0"/>
      <dgm:spPr/>
    </dgm:pt>
    <dgm:pt modelId="{EF6FA1A0-AE2B-404F-982F-BBA38A9AD82F}" type="pres">
      <dgm:prSet presAssocID="{DA595027-EDC2-40DD-A17A-E3CA2D590A87}" presName="hierChild7" presStyleCnt="0"/>
      <dgm:spPr/>
    </dgm:pt>
    <dgm:pt modelId="{0BD9C8F1-FFD1-43D4-8E47-2A360138185A}" type="pres">
      <dgm:prSet presAssocID="{0F5FD743-E589-4B07-839D-6C46E006E4D9}" presName="Name37" presStyleLbl="parChTrans1D2" presStyleIdx="1" presStyleCnt="3"/>
      <dgm:spPr/>
    </dgm:pt>
    <dgm:pt modelId="{93F70FB2-11B3-40E1-B0ED-1B4ECB5853A7}" type="pres">
      <dgm:prSet presAssocID="{DB14D14A-ED50-43B6-A9F8-661A8F6C42FE}" presName="hierRoot2" presStyleCnt="0">
        <dgm:presLayoutVars>
          <dgm:hierBranch val="init"/>
        </dgm:presLayoutVars>
      </dgm:prSet>
      <dgm:spPr/>
    </dgm:pt>
    <dgm:pt modelId="{348C725B-E35C-4B0E-8C4B-767CE1796840}" type="pres">
      <dgm:prSet presAssocID="{DB14D14A-ED50-43B6-A9F8-661A8F6C42FE}" presName="rootComposite" presStyleCnt="0"/>
      <dgm:spPr/>
    </dgm:pt>
    <dgm:pt modelId="{CD46AEAC-107D-4140-8C53-1C9121E60EB8}" type="pres">
      <dgm:prSet presAssocID="{DB14D14A-ED50-43B6-A9F8-661A8F6C42FE}" presName="rootText" presStyleLbl="node1" presStyleIdx="4" presStyleCnt="10">
        <dgm:presLayoutVars>
          <dgm:chMax/>
          <dgm:chPref val="3"/>
        </dgm:presLayoutVars>
      </dgm:prSet>
      <dgm:spPr/>
    </dgm:pt>
    <dgm:pt modelId="{D308902E-A159-4C94-BFD2-4AC31C612335}" type="pres">
      <dgm:prSet presAssocID="{DB14D14A-ED50-43B6-A9F8-661A8F6C42FE}" presName="titleText2" presStyleLbl="fgAcc1" presStyleIdx="4" presStyleCnt="10">
        <dgm:presLayoutVars>
          <dgm:chMax val="0"/>
          <dgm:chPref val="0"/>
        </dgm:presLayoutVars>
      </dgm:prSet>
      <dgm:spPr/>
    </dgm:pt>
    <dgm:pt modelId="{8ADCB353-C13E-4DCB-B678-C2D8FCDEB41A}" type="pres">
      <dgm:prSet presAssocID="{DB14D14A-ED50-43B6-A9F8-661A8F6C42FE}" presName="rootConnector" presStyleLbl="node2" presStyleIdx="0" presStyleCnt="0"/>
      <dgm:spPr/>
    </dgm:pt>
    <dgm:pt modelId="{EEF956DE-56E9-41D3-819E-3B2463EEEBDC}" type="pres">
      <dgm:prSet presAssocID="{DB14D14A-ED50-43B6-A9F8-661A8F6C42FE}" presName="hierChild4" presStyleCnt="0"/>
      <dgm:spPr/>
    </dgm:pt>
    <dgm:pt modelId="{3D4CDB6F-A75B-47A5-9ECE-93D1A2F9ADF5}" type="pres">
      <dgm:prSet presAssocID="{DE2585C3-4388-4B66-A8C4-D20E8FC09265}" presName="Name37" presStyleLbl="parChTrans1D3" presStyleIdx="4" presStyleCnt="9"/>
      <dgm:spPr/>
    </dgm:pt>
    <dgm:pt modelId="{5901723F-EFBF-439F-9F8E-F324DBE1366B}" type="pres">
      <dgm:prSet presAssocID="{3410DAA7-75DB-4070-94DE-61E4FBDD4281}" presName="hierRoot2" presStyleCnt="0">
        <dgm:presLayoutVars>
          <dgm:hierBranch val="init"/>
        </dgm:presLayoutVars>
      </dgm:prSet>
      <dgm:spPr/>
    </dgm:pt>
    <dgm:pt modelId="{A5689150-7075-443A-8B93-E40EFE1F85AA}" type="pres">
      <dgm:prSet presAssocID="{3410DAA7-75DB-4070-94DE-61E4FBDD4281}" presName="rootComposite" presStyleCnt="0"/>
      <dgm:spPr/>
    </dgm:pt>
    <dgm:pt modelId="{0B949EAE-371F-495F-B9C6-C29084EB525E}" type="pres">
      <dgm:prSet presAssocID="{3410DAA7-75DB-4070-94DE-61E4FBDD4281}" presName="rootText" presStyleLbl="node1" presStyleIdx="5" presStyleCnt="10">
        <dgm:presLayoutVars>
          <dgm:chMax/>
          <dgm:chPref val="3"/>
        </dgm:presLayoutVars>
      </dgm:prSet>
      <dgm:spPr/>
    </dgm:pt>
    <dgm:pt modelId="{585D672B-FA59-4D63-825E-6BB36E015D7F}" type="pres">
      <dgm:prSet presAssocID="{3410DAA7-75DB-4070-94DE-61E4FBDD4281}" presName="titleText2" presStyleLbl="fgAcc1" presStyleIdx="5" presStyleCnt="10">
        <dgm:presLayoutVars>
          <dgm:chMax val="0"/>
          <dgm:chPref val="0"/>
        </dgm:presLayoutVars>
      </dgm:prSet>
      <dgm:spPr/>
    </dgm:pt>
    <dgm:pt modelId="{9C76AFF7-2397-4459-9470-762ABDEA3DFF}" type="pres">
      <dgm:prSet presAssocID="{3410DAA7-75DB-4070-94DE-61E4FBDD4281}" presName="rootConnector" presStyleLbl="node3" presStyleIdx="0" presStyleCnt="0"/>
      <dgm:spPr/>
    </dgm:pt>
    <dgm:pt modelId="{0D407FEA-A5AB-4F15-B580-C4CB00A3D576}" type="pres">
      <dgm:prSet presAssocID="{3410DAA7-75DB-4070-94DE-61E4FBDD4281}" presName="hierChild4" presStyleCnt="0"/>
      <dgm:spPr/>
    </dgm:pt>
    <dgm:pt modelId="{F3EE7648-368C-43BA-BC4A-12E3758897CD}" type="pres">
      <dgm:prSet presAssocID="{3410DAA7-75DB-4070-94DE-61E4FBDD4281}" presName="hierChild5" presStyleCnt="0"/>
      <dgm:spPr/>
    </dgm:pt>
    <dgm:pt modelId="{CB8F0794-9ACF-434F-80C9-4E453FC34D17}" type="pres">
      <dgm:prSet presAssocID="{DB14D14A-ED50-43B6-A9F8-661A8F6C42FE}" presName="hierChild5" presStyleCnt="0"/>
      <dgm:spPr/>
    </dgm:pt>
    <dgm:pt modelId="{FEA2E2E1-B05B-43AF-917B-7EF91A898851}" type="pres">
      <dgm:prSet presAssocID="{9C42E715-D07B-448A-BB2D-C83D95F01B70}" presName="Name37" presStyleLbl="parChTrans1D2" presStyleIdx="2" presStyleCnt="3"/>
      <dgm:spPr/>
    </dgm:pt>
    <dgm:pt modelId="{8DC14950-D735-481F-AB93-CA87853FB046}" type="pres">
      <dgm:prSet presAssocID="{504D4F40-7BB3-4248-B93D-049EAE72EBDD}" presName="hierRoot2" presStyleCnt="0">
        <dgm:presLayoutVars>
          <dgm:hierBranch val="init"/>
        </dgm:presLayoutVars>
      </dgm:prSet>
      <dgm:spPr/>
    </dgm:pt>
    <dgm:pt modelId="{CC4816E8-258A-4C9D-B590-B3BF0A840804}" type="pres">
      <dgm:prSet presAssocID="{504D4F40-7BB3-4248-B93D-049EAE72EBDD}" presName="rootComposite" presStyleCnt="0"/>
      <dgm:spPr/>
    </dgm:pt>
    <dgm:pt modelId="{6C6BF8AC-68F0-488B-BCCF-1B98CA27C108}" type="pres">
      <dgm:prSet presAssocID="{504D4F40-7BB3-4248-B93D-049EAE72EBDD}" presName="rootText" presStyleLbl="node1" presStyleIdx="6" presStyleCnt="10">
        <dgm:presLayoutVars>
          <dgm:chMax/>
          <dgm:chPref val="3"/>
        </dgm:presLayoutVars>
      </dgm:prSet>
      <dgm:spPr/>
    </dgm:pt>
    <dgm:pt modelId="{5D7F4D24-E0AD-449A-B1D7-95204D14111C}" type="pres">
      <dgm:prSet presAssocID="{504D4F40-7BB3-4248-B93D-049EAE72EBDD}" presName="titleText2" presStyleLbl="fgAcc1" presStyleIdx="6" presStyleCnt="10">
        <dgm:presLayoutVars>
          <dgm:chMax val="0"/>
          <dgm:chPref val="0"/>
        </dgm:presLayoutVars>
      </dgm:prSet>
      <dgm:spPr/>
    </dgm:pt>
    <dgm:pt modelId="{86FC4382-0DCA-42FD-B2B2-3C46797D5815}" type="pres">
      <dgm:prSet presAssocID="{504D4F40-7BB3-4248-B93D-049EAE72EBDD}" presName="rootConnector" presStyleLbl="node2" presStyleIdx="0" presStyleCnt="0"/>
      <dgm:spPr/>
    </dgm:pt>
    <dgm:pt modelId="{423C1B6F-841E-4973-8CBC-1D76BE4B2D4A}" type="pres">
      <dgm:prSet presAssocID="{504D4F40-7BB3-4248-B93D-049EAE72EBDD}" presName="hierChild4" presStyleCnt="0"/>
      <dgm:spPr/>
    </dgm:pt>
    <dgm:pt modelId="{BB0636A5-D9A8-41A2-9D1E-3C751FAAD599}" type="pres">
      <dgm:prSet presAssocID="{F2119CAA-521A-4E7B-A3BA-2DFCE28C26AF}" presName="Name37" presStyleLbl="parChTrans1D3" presStyleIdx="5" presStyleCnt="9"/>
      <dgm:spPr/>
    </dgm:pt>
    <dgm:pt modelId="{EE0CFC49-A8C9-4526-B7A4-2F9BA416DF0A}" type="pres">
      <dgm:prSet presAssocID="{3C7E27F7-DA13-4B23-99F8-749395FC4454}" presName="hierRoot2" presStyleCnt="0">
        <dgm:presLayoutVars>
          <dgm:hierBranch val="init"/>
        </dgm:presLayoutVars>
      </dgm:prSet>
      <dgm:spPr/>
    </dgm:pt>
    <dgm:pt modelId="{A5DD7D61-3989-491F-A54E-23E24DBD6B8F}" type="pres">
      <dgm:prSet presAssocID="{3C7E27F7-DA13-4B23-99F8-749395FC4454}" presName="rootComposite" presStyleCnt="0"/>
      <dgm:spPr/>
    </dgm:pt>
    <dgm:pt modelId="{82ABB357-3E02-4570-A7B5-1CCDD4958642}" type="pres">
      <dgm:prSet presAssocID="{3C7E27F7-DA13-4B23-99F8-749395FC4454}" presName="rootText" presStyleLbl="node1" presStyleIdx="7" presStyleCnt="10">
        <dgm:presLayoutVars>
          <dgm:chMax/>
          <dgm:chPref val="3"/>
        </dgm:presLayoutVars>
      </dgm:prSet>
      <dgm:spPr/>
    </dgm:pt>
    <dgm:pt modelId="{CBFC6FA8-F68F-468F-BE03-4F8CB8CBF11A}" type="pres">
      <dgm:prSet presAssocID="{3C7E27F7-DA13-4B23-99F8-749395FC4454}" presName="titleText2" presStyleLbl="fgAcc1" presStyleIdx="7" presStyleCnt="10">
        <dgm:presLayoutVars>
          <dgm:chMax val="0"/>
          <dgm:chPref val="0"/>
        </dgm:presLayoutVars>
      </dgm:prSet>
      <dgm:spPr/>
    </dgm:pt>
    <dgm:pt modelId="{1E996994-5754-48C7-8EE9-41BB6CDAFEB8}" type="pres">
      <dgm:prSet presAssocID="{3C7E27F7-DA13-4B23-99F8-749395FC4454}" presName="rootConnector" presStyleLbl="node3" presStyleIdx="0" presStyleCnt="0"/>
      <dgm:spPr/>
    </dgm:pt>
    <dgm:pt modelId="{7ECEB836-42CE-4430-9944-86E62FBBE771}" type="pres">
      <dgm:prSet presAssocID="{3C7E27F7-DA13-4B23-99F8-749395FC4454}" presName="hierChild4" presStyleCnt="0"/>
      <dgm:spPr/>
    </dgm:pt>
    <dgm:pt modelId="{BA330235-DB2C-4957-B331-203A53437D3F}" type="pres">
      <dgm:prSet presAssocID="{3C7E27F7-DA13-4B23-99F8-749395FC4454}" presName="hierChild5" presStyleCnt="0"/>
      <dgm:spPr/>
    </dgm:pt>
    <dgm:pt modelId="{0B988F40-5F26-4425-9D81-8FAFC96E8B0D}" type="pres">
      <dgm:prSet presAssocID="{4FA3D2BD-B45B-41A0-9F78-3313BE32865C}" presName="Name37" presStyleLbl="parChTrans1D3" presStyleIdx="6" presStyleCnt="9"/>
      <dgm:spPr/>
    </dgm:pt>
    <dgm:pt modelId="{20AA32D9-3219-499F-80DF-0AC3C70ED674}" type="pres">
      <dgm:prSet presAssocID="{EE15299C-1F89-46D4-AAC3-9CAEF51AD7D4}" presName="hierRoot2" presStyleCnt="0">
        <dgm:presLayoutVars>
          <dgm:hierBranch val="init"/>
        </dgm:presLayoutVars>
      </dgm:prSet>
      <dgm:spPr/>
    </dgm:pt>
    <dgm:pt modelId="{42386518-8544-4B21-A850-8350EC3EAFD7}" type="pres">
      <dgm:prSet presAssocID="{EE15299C-1F89-46D4-AAC3-9CAEF51AD7D4}" presName="rootComposite" presStyleCnt="0"/>
      <dgm:spPr/>
    </dgm:pt>
    <dgm:pt modelId="{BF73F9BC-288D-4E31-8C63-DC639944E24A}" type="pres">
      <dgm:prSet presAssocID="{EE15299C-1F89-46D4-AAC3-9CAEF51AD7D4}" presName="rootText" presStyleLbl="node1" presStyleIdx="8" presStyleCnt="10">
        <dgm:presLayoutVars>
          <dgm:chMax/>
          <dgm:chPref val="3"/>
        </dgm:presLayoutVars>
      </dgm:prSet>
      <dgm:spPr/>
    </dgm:pt>
    <dgm:pt modelId="{A5ECD182-3DC5-415F-8B86-5867E12B96F2}" type="pres">
      <dgm:prSet presAssocID="{EE15299C-1F89-46D4-AAC3-9CAEF51AD7D4}" presName="titleText2" presStyleLbl="fgAcc1" presStyleIdx="8" presStyleCnt="10">
        <dgm:presLayoutVars>
          <dgm:chMax val="0"/>
          <dgm:chPref val="0"/>
        </dgm:presLayoutVars>
      </dgm:prSet>
      <dgm:spPr/>
    </dgm:pt>
    <dgm:pt modelId="{E7D43746-1387-4EC4-BD4B-B69ED2D72E4D}" type="pres">
      <dgm:prSet presAssocID="{EE15299C-1F89-46D4-AAC3-9CAEF51AD7D4}" presName="rootConnector" presStyleLbl="node3" presStyleIdx="0" presStyleCnt="0"/>
      <dgm:spPr/>
    </dgm:pt>
    <dgm:pt modelId="{5BF9127C-3AD3-417C-ADCD-6BA1197B9816}" type="pres">
      <dgm:prSet presAssocID="{EE15299C-1F89-46D4-AAC3-9CAEF51AD7D4}" presName="hierChild4" presStyleCnt="0"/>
      <dgm:spPr/>
    </dgm:pt>
    <dgm:pt modelId="{4DBE11F0-A356-4278-ABF4-057D45D7B406}" type="pres">
      <dgm:prSet presAssocID="{EE15299C-1F89-46D4-AAC3-9CAEF51AD7D4}" presName="hierChild5" presStyleCnt="0"/>
      <dgm:spPr/>
    </dgm:pt>
    <dgm:pt modelId="{93DE2808-77EF-4F4D-99F7-54CAC0A8231C}" type="pres">
      <dgm:prSet presAssocID="{1582D5E1-9CBA-449E-8B66-02054A3CA78E}" presName="Name37" presStyleLbl="parChTrans1D3" presStyleIdx="7" presStyleCnt="9"/>
      <dgm:spPr/>
    </dgm:pt>
    <dgm:pt modelId="{4680F7D9-B9AC-4549-B397-4059BF37CD9B}" type="pres">
      <dgm:prSet presAssocID="{7DBB6511-332A-4064-A7C6-5DE49E30ECE7}" presName="hierRoot2" presStyleCnt="0">
        <dgm:presLayoutVars>
          <dgm:hierBranch val="init"/>
        </dgm:presLayoutVars>
      </dgm:prSet>
      <dgm:spPr/>
    </dgm:pt>
    <dgm:pt modelId="{8A3CDF3C-5D39-467C-B395-DE0103977E15}" type="pres">
      <dgm:prSet presAssocID="{7DBB6511-332A-4064-A7C6-5DE49E30ECE7}" presName="rootComposite" presStyleCnt="0"/>
      <dgm:spPr/>
    </dgm:pt>
    <dgm:pt modelId="{3305B6BE-2496-4318-A46B-CCBDE2445071}" type="pres">
      <dgm:prSet presAssocID="{7DBB6511-332A-4064-A7C6-5DE49E30ECE7}" presName="rootText" presStyleLbl="node1" presStyleIdx="9" presStyleCnt="10">
        <dgm:presLayoutVars>
          <dgm:chMax/>
          <dgm:chPref val="3"/>
        </dgm:presLayoutVars>
      </dgm:prSet>
      <dgm:spPr/>
    </dgm:pt>
    <dgm:pt modelId="{B9D5BAEF-CCD1-4FDB-8423-B7072BAC8B62}" type="pres">
      <dgm:prSet presAssocID="{7DBB6511-332A-4064-A7C6-5DE49E30ECE7}" presName="titleText2" presStyleLbl="fgAcc1" presStyleIdx="9" presStyleCnt="10">
        <dgm:presLayoutVars>
          <dgm:chMax val="0"/>
          <dgm:chPref val="0"/>
        </dgm:presLayoutVars>
      </dgm:prSet>
      <dgm:spPr/>
    </dgm:pt>
    <dgm:pt modelId="{7491465A-4F13-4921-90C2-24677AE7FFE8}" type="pres">
      <dgm:prSet presAssocID="{7DBB6511-332A-4064-A7C6-5DE49E30ECE7}" presName="rootConnector" presStyleLbl="node3" presStyleIdx="0" presStyleCnt="0"/>
      <dgm:spPr/>
    </dgm:pt>
    <dgm:pt modelId="{84A134D8-30F6-4E6E-B19D-7E494623063D}" type="pres">
      <dgm:prSet presAssocID="{7DBB6511-332A-4064-A7C6-5DE49E30ECE7}" presName="hierChild4" presStyleCnt="0"/>
      <dgm:spPr/>
    </dgm:pt>
    <dgm:pt modelId="{92EBFCB4-A5DA-4335-9A3F-647F1F580BF2}" type="pres">
      <dgm:prSet presAssocID="{7DBB6511-332A-4064-A7C6-5DE49E30ECE7}" presName="hierChild5" presStyleCnt="0"/>
      <dgm:spPr/>
    </dgm:pt>
    <dgm:pt modelId="{631937C2-0BC1-4578-B426-DE16AABDC5B0}" type="pres">
      <dgm:prSet presAssocID="{504D4F40-7BB3-4248-B93D-049EAE72EBDD}" presName="hierChild5" presStyleCnt="0"/>
      <dgm:spPr/>
    </dgm:pt>
    <dgm:pt modelId="{C5A80BA1-BE7B-47D8-BFD0-262A508542F3}" type="pres">
      <dgm:prSet presAssocID="{574F761B-6ECC-441D-9491-C29AEC4ABB0A}" presName="Name96" presStyleLbl="parChTrans1D3" presStyleIdx="8" presStyleCnt="9"/>
      <dgm:spPr/>
    </dgm:pt>
    <dgm:pt modelId="{9066A6B6-0A19-4011-9F59-9B5D3BFF58E4}" type="pres">
      <dgm:prSet presAssocID="{ADFA3B44-93C3-4C80-9156-0917A42CB12C}" presName="hierRoot3" presStyleCnt="0">
        <dgm:presLayoutVars>
          <dgm:hierBranch val="init"/>
        </dgm:presLayoutVars>
      </dgm:prSet>
      <dgm:spPr/>
    </dgm:pt>
    <dgm:pt modelId="{2FF10122-2EDF-478E-A63A-D714EBF5C639}" type="pres">
      <dgm:prSet presAssocID="{ADFA3B44-93C3-4C80-9156-0917A42CB12C}" presName="rootComposite3" presStyleCnt="0"/>
      <dgm:spPr/>
    </dgm:pt>
    <dgm:pt modelId="{1941A5DF-30EB-44F7-BD6B-D9937B11DB47}" type="pres">
      <dgm:prSet presAssocID="{ADFA3B44-93C3-4C80-9156-0917A42CB12C}" presName="rootText3" presStyleLbl="asst1" presStyleIdx="1" presStyleCnt="2">
        <dgm:presLayoutVars>
          <dgm:chPref val="3"/>
        </dgm:presLayoutVars>
      </dgm:prSet>
      <dgm:spPr/>
    </dgm:pt>
    <dgm:pt modelId="{252AA506-FD32-4905-BDFC-DE1D26198620}" type="pres">
      <dgm:prSet presAssocID="{ADFA3B44-93C3-4C80-9156-0917A42CB12C}" presName="titleText3" presStyleLbl="fgAcc2" presStyleIdx="1" presStyleCnt="2">
        <dgm:presLayoutVars>
          <dgm:chMax val="0"/>
          <dgm:chPref val="0"/>
        </dgm:presLayoutVars>
      </dgm:prSet>
      <dgm:spPr/>
    </dgm:pt>
    <dgm:pt modelId="{9693BCDF-E18B-4921-A697-7E7C77C98867}" type="pres">
      <dgm:prSet presAssocID="{ADFA3B44-93C3-4C80-9156-0917A42CB12C}" presName="rootConnector3" presStyleLbl="asst2" presStyleIdx="0" presStyleCnt="0"/>
      <dgm:spPr/>
    </dgm:pt>
    <dgm:pt modelId="{677B1900-6EAD-4C0C-B7B3-6109FCC8A2F2}" type="pres">
      <dgm:prSet presAssocID="{ADFA3B44-93C3-4C80-9156-0917A42CB12C}" presName="hierChild6" presStyleCnt="0"/>
      <dgm:spPr/>
    </dgm:pt>
    <dgm:pt modelId="{21E1063A-D3F1-4208-932B-84CD1E6E1BE0}" type="pres">
      <dgm:prSet presAssocID="{ADFA3B44-93C3-4C80-9156-0917A42CB12C}" presName="hierChild7" presStyleCnt="0"/>
      <dgm:spPr/>
    </dgm:pt>
    <dgm:pt modelId="{BB8CDCBD-85D6-4C22-8EA8-2F0F60144802}" type="pres">
      <dgm:prSet presAssocID="{BA4A5B81-5CC3-4F87-BB68-A77ED4A0339D}" presName="hierChild3" presStyleCnt="0"/>
      <dgm:spPr/>
    </dgm:pt>
  </dgm:ptLst>
  <dgm:cxnLst>
    <dgm:cxn modelId="{E66E8E03-4140-4851-A881-C33709C65B88}" srcId="{BA4A5B81-5CC3-4F87-BB68-A77ED4A0339D}" destId="{504D4F40-7BB3-4248-B93D-049EAE72EBDD}" srcOrd="2" destOrd="0" parTransId="{9C42E715-D07B-448A-BB2D-C83D95F01B70}" sibTransId="{B27A4B62-2E0F-4D99-A58B-C060F430F2F5}"/>
    <dgm:cxn modelId="{D14B3204-57F6-4C23-9078-8ADA96E492AE}" type="presOf" srcId="{C54319A9-B472-422E-A69B-5E38E032F3F7}" destId="{70429C41-8C22-4DB0-8E4E-27410EE97BF6}" srcOrd="1" destOrd="0" presId="urn:microsoft.com/office/officeart/2008/layout/NameandTitleOrganizationalChart"/>
    <dgm:cxn modelId="{F5D83D07-1E4A-4EFF-B220-2BAAEAD82071}" type="presOf" srcId="{3C7E27F7-DA13-4B23-99F8-749395FC4454}" destId="{1E996994-5754-48C7-8EE9-41BB6CDAFEB8}" srcOrd="1" destOrd="0" presId="urn:microsoft.com/office/officeart/2008/layout/NameandTitleOrganizationalChart"/>
    <dgm:cxn modelId="{71526B16-D102-468E-8735-696DC5E6086F}" srcId="{504D4F40-7BB3-4248-B93D-049EAE72EBDD}" destId="{3C7E27F7-DA13-4B23-99F8-749395FC4454}" srcOrd="0" destOrd="0" parTransId="{F2119CAA-521A-4E7B-A3BA-2DFCE28C26AF}" sibTransId="{25E059E2-1B8D-437B-B3CA-0EB63233C2A0}"/>
    <dgm:cxn modelId="{FD846C18-0177-4DCF-9947-97910064A51D}" type="presOf" srcId="{F2119CAA-521A-4E7B-A3BA-2DFCE28C26AF}" destId="{BB0636A5-D9A8-41A2-9D1E-3C751FAAD599}" srcOrd="0" destOrd="0" presId="urn:microsoft.com/office/officeart/2008/layout/NameandTitleOrganizationalChart"/>
    <dgm:cxn modelId="{27E91D1A-54F8-4142-98D2-A581587E813D}" srcId="{C54319A9-B472-422E-A69B-5E38E032F3F7}" destId="{FE715042-0228-4B06-89A1-16C6854BB57D}" srcOrd="2" destOrd="0" parTransId="{03D7AA3E-0E83-4ADB-A050-197722615D2C}" sibTransId="{C4EBFF1B-FD2F-4E44-BA4D-36C894576EA6}"/>
    <dgm:cxn modelId="{6A83BE1A-07ED-4950-A193-FC18BD0E0734}" type="presOf" srcId="{7DBB6511-332A-4064-A7C6-5DE49E30ECE7}" destId="{7491465A-4F13-4921-90C2-24677AE7FFE8}" srcOrd="1" destOrd="0" presId="urn:microsoft.com/office/officeart/2008/layout/NameandTitleOrganizationalChart"/>
    <dgm:cxn modelId="{EB124727-5B6E-4C27-BAA5-BB585FBA7772}" type="presOf" srcId="{4FA3D2BD-B45B-41A0-9F78-3313BE32865C}" destId="{0B988F40-5F26-4425-9D81-8FAFC96E8B0D}" srcOrd="0" destOrd="0" presId="urn:microsoft.com/office/officeart/2008/layout/NameandTitleOrganizationalChart"/>
    <dgm:cxn modelId="{7986FA2E-8680-4297-9122-A42D73260F2C}" type="presOf" srcId="{0F5FD743-E589-4B07-839D-6C46E006E4D9}" destId="{0BD9C8F1-FFD1-43D4-8E47-2A360138185A}" srcOrd="0" destOrd="0" presId="urn:microsoft.com/office/officeart/2008/layout/NameandTitleOrganizationalChart"/>
    <dgm:cxn modelId="{11A57D2F-C990-48DC-AD18-031236C4A37D}" type="presOf" srcId="{C1183171-4126-48A9-9C3D-7D322C873610}" destId="{585D672B-FA59-4D63-825E-6BB36E015D7F}" srcOrd="0" destOrd="0" presId="urn:microsoft.com/office/officeart/2008/layout/NameandTitleOrganizationalChart"/>
    <dgm:cxn modelId="{5D7D0332-5D5E-4DBF-9682-1D7493B5F772}" type="presOf" srcId="{3410DAA7-75DB-4070-94DE-61E4FBDD4281}" destId="{9C76AFF7-2397-4459-9470-762ABDEA3DFF}" srcOrd="1" destOrd="0" presId="urn:microsoft.com/office/officeart/2008/layout/NameandTitleOrganizationalChart"/>
    <dgm:cxn modelId="{1E242C3B-1DD4-4B67-BAA9-3818BFE72200}" type="presOf" srcId="{9C42E715-D07B-448A-BB2D-C83D95F01B70}" destId="{FEA2E2E1-B05B-43AF-917B-7EF91A898851}" srcOrd="0" destOrd="0" presId="urn:microsoft.com/office/officeart/2008/layout/NameandTitleOrganizationalChart"/>
    <dgm:cxn modelId="{7F044A3E-EE58-4037-8E00-745E66D11132}" type="presOf" srcId="{44734BD7-6195-4A9B-A8DB-826E281B634D}" destId="{88DF55EF-28D6-4B6C-8EC6-4EDCFD462E23}" srcOrd="0" destOrd="0" presId="urn:microsoft.com/office/officeart/2008/layout/NameandTitleOrganizationalChart"/>
    <dgm:cxn modelId="{EE65C95F-FD61-455F-A7DA-8AE145A2B509}" type="presOf" srcId="{EE15299C-1F89-46D4-AAC3-9CAEF51AD7D4}" destId="{E7D43746-1387-4EC4-BD4B-B69ED2D72E4D}" srcOrd="1" destOrd="0" presId="urn:microsoft.com/office/officeart/2008/layout/NameandTitleOrganizationalChart"/>
    <dgm:cxn modelId="{27170A42-2D43-4432-8F81-B16A5AECD0F1}" type="presOf" srcId="{527E1646-8A90-4CA0-B567-B8C53218699D}" destId="{EE0D39D3-D0D6-4F54-A3E7-3E8EF5B945C4}" srcOrd="0" destOrd="0" presId="urn:microsoft.com/office/officeart/2008/layout/NameandTitleOrganizationalChart"/>
    <dgm:cxn modelId="{C199C965-0125-4E35-BB11-82C5514B8F69}" type="presOf" srcId="{DA595027-EDC2-40DD-A17A-E3CA2D590A87}" destId="{D80D826F-8272-4D9B-BDB0-899B76BC7A69}" srcOrd="0" destOrd="0" presId="urn:microsoft.com/office/officeart/2008/layout/NameandTitleOrganizationalChart"/>
    <dgm:cxn modelId="{D8894766-0574-4619-A3AA-9C9F2481986A}" type="presOf" srcId="{9828ADAC-17E9-4FB9-95D1-2E59E7DB26DB}" destId="{48CDB226-C232-4ED3-8D0F-A534FD2FCE4A}" srcOrd="0" destOrd="0" presId="urn:microsoft.com/office/officeart/2008/layout/NameandTitleOrganizationalChart"/>
    <dgm:cxn modelId="{47F63248-E87D-4428-97DB-E4D92CE2B64B}" srcId="{504D4F40-7BB3-4248-B93D-049EAE72EBDD}" destId="{7DBB6511-332A-4064-A7C6-5DE49E30ECE7}" srcOrd="2" destOrd="0" parTransId="{1582D5E1-9CBA-449E-8B66-02054A3CA78E}" sibTransId="{E8D3DEE7-3292-403C-893B-7F4C28C9256D}"/>
    <dgm:cxn modelId="{49CF5749-939E-4CDF-8F08-A1CF88A95BA8}" type="presOf" srcId="{76E57164-0FDC-47C5-8C37-A860EF76DD37}" destId="{B8AF4AD4-FFC6-4D6C-B357-242B350EBF09}" srcOrd="0" destOrd="0" presId="urn:microsoft.com/office/officeart/2008/layout/NameandTitleOrganizationalChart"/>
    <dgm:cxn modelId="{A73A474D-8418-480A-86FE-A66AA7BE69FD}" type="presOf" srcId="{22DE10AC-0F53-4B3A-A823-9C98EE738BDF}" destId="{F15505B2-0293-46C7-9705-F365D1B8DF35}" srcOrd="0" destOrd="0" presId="urn:microsoft.com/office/officeart/2008/layout/NameandTitleOrganizationalChart"/>
    <dgm:cxn modelId="{63248250-184B-4698-ACF0-537332BD724D}" type="presOf" srcId="{527E1646-8A90-4CA0-B567-B8C53218699D}" destId="{D3EBB9D2-6F80-449F-89FF-91DD939E7061}" srcOrd="1" destOrd="0" presId="urn:microsoft.com/office/officeart/2008/layout/NameandTitleOrganizationalChart"/>
    <dgm:cxn modelId="{5C840975-B8BB-44B2-A705-B81AA4187DAD}" type="presOf" srcId="{3410DAA7-75DB-4070-94DE-61E4FBDD4281}" destId="{0B949EAE-371F-495F-B9C6-C29084EB525E}" srcOrd="0" destOrd="0" presId="urn:microsoft.com/office/officeart/2008/layout/NameandTitleOrganizationalChart"/>
    <dgm:cxn modelId="{774C5175-E08F-425C-BC3F-D393EC8B26E6}" type="presOf" srcId="{50226DBB-67FB-46DD-85D1-54C86726A524}" destId="{34B82334-099B-4F11-A7B4-39CFD17AFA6A}" srcOrd="0" destOrd="0" presId="urn:microsoft.com/office/officeart/2008/layout/NameandTitleOrganizationalChart"/>
    <dgm:cxn modelId="{F4574C76-4C52-4DCD-B244-46ECD7716F51}" type="presOf" srcId="{BA4A5B81-5CC3-4F87-BB68-A77ED4A0339D}" destId="{58F3A833-D873-441B-B42D-1732D060C005}" srcOrd="1" destOrd="0" presId="urn:microsoft.com/office/officeart/2008/layout/NameandTitleOrganizationalChart"/>
    <dgm:cxn modelId="{0D80B257-7194-42B1-B256-E4739A4BAAF3}" type="presOf" srcId="{3826C23B-A171-44DA-A4DB-E07E5B7808A1}" destId="{D308902E-A159-4C94-BFD2-4AC31C612335}" srcOrd="0" destOrd="0" presId="urn:microsoft.com/office/officeart/2008/layout/NameandTitleOrganizationalChart"/>
    <dgm:cxn modelId="{AF77EC7D-4E24-41CF-9BF5-48DC900A74C1}" type="presOf" srcId="{504D4F40-7BB3-4248-B93D-049EAE72EBDD}" destId="{86FC4382-0DCA-42FD-B2B2-3C46797D5815}" srcOrd="1" destOrd="0" presId="urn:microsoft.com/office/officeart/2008/layout/NameandTitleOrganizationalChart"/>
    <dgm:cxn modelId="{F43BA882-4A2F-44CA-B3B6-4C19A3998184}" type="presOf" srcId="{C4EBFF1B-FD2F-4E44-BA4D-36C894576EA6}" destId="{C625ADDD-BEC0-4966-8DF5-8C3EC84AC9EF}" srcOrd="0" destOrd="0" presId="urn:microsoft.com/office/officeart/2008/layout/NameandTitleOrganizationalChart"/>
    <dgm:cxn modelId="{99F0A384-EEE9-491C-9AEB-87A5FA52C659}" type="presOf" srcId="{C9500E38-BFC8-4BD5-AFC1-2AA96BA97C89}" destId="{FAB3520A-7E96-4B24-B26B-8FBF908AB3C3}" srcOrd="0" destOrd="0" presId="urn:microsoft.com/office/officeart/2008/layout/NameandTitleOrganizationalChart"/>
    <dgm:cxn modelId="{90575685-2544-470C-8338-7801CF28F1C6}" type="presOf" srcId="{FE715042-0228-4B06-89A1-16C6854BB57D}" destId="{6479267A-9C3B-4513-BAC9-816C2D832244}" srcOrd="0" destOrd="0" presId="urn:microsoft.com/office/officeart/2008/layout/NameandTitleOrganizationalChart"/>
    <dgm:cxn modelId="{D707FA88-7837-4824-BCF6-3DF6802A65C9}" srcId="{C54319A9-B472-422E-A69B-5E38E032F3F7}" destId="{527E1646-8A90-4CA0-B567-B8C53218699D}" srcOrd="0" destOrd="0" parTransId="{578ACC5E-1139-49CF-B264-4DE85340AB3F}" sibTransId="{C9500E38-BFC8-4BD5-AFC1-2AA96BA97C89}"/>
    <dgm:cxn modelId="{8950AC8B-08E7-4254-93F8-54E5FD7BDAB7}" type="presOf" srcId="{DE2585C3-4388-4B66-A8C4-D20E8FC09265}" destId="{3D4CDB6F-A75B-47A5-9ECE-93D1A2F9ADF5}" srcOrd="0" destOrd="0" presId="urn:microsoft.com/office/officeart/2008/layout/NameandTitleOrganizationalChart"/>
    <dgm:cxn modelId="{AB77E48D-434D-492D-BEAB-AEF3C749B35A}" srcId="{504D4F40-7BB3-4248-B93D-049EAE72EBDD}" destId="{ADFA3B44-93C3-4C80-9156-0917A42CB12C}" srcOrd="3" destOrd="0" parTransId="{574F761B-6ECC-441D-9491-C29AEC4ABB0A}" sibTransId="{1A47BD3A-382E-4118-9DD6-FB0551A66965}"/>
    <dgm:cxn modelId="{F3AD078F-4D7F-4A44-90AA-9A271521BDC1}" type="presOf" srcId="{C54319A9-B472-422E-A69B-5E38E032F3F7}" destId="{1ED7996C-E3F7-4418-9078-6B15C19675A2}" srcOrd="0" destOrd="0" presId="urn:microsoft.com/office/officeart/2008/layout/NameandTitleOrganizationalChart"/>
    <dgm:cxn modelId="{2E71D392-CEE6-41FD-8B64-E34ABE35587D}" type="presOf" srcId="{ADFA3B44-93C3-4C80-9156-0917A42CB12C}" destId="{1941A5DF-30EB-44F7-BD6B-D9937B11DB47}" srcOrd="0" destOrd="0" presId="urn:microsoft.com/office/officeart/2008/layout/NameandTitleOrganizationalChart"/>
    <dgm:cxn modelId="{CF8B4B98-A424-4D33-9547-C665B88BEB15}" type="presOf" srcId="{3C7E27F7-DA13-4B23-99F8-749395FC4454}" destId="{82ABB357-3E02-4570-A7B5-1CCDD4958642}" srcOrd="0" destOrd="0" presId="urn:microsoft.com/office/officeart/2008/layout/NameandTitleOrganizationalChart"/>
    <dgm:cxn modelId="{B869F19F-7918-45F9-9197-832E90EB5975}" type="presOf" srcId="{1A47BD3A-382E-4118-9DD6-FB0551A66965}" destId="{252AA506-FD32-4905-BDFC-DE1D26198620}" srcOrd="0" destOrd="0" presId="urn:microsoft.com/office/officeart/2008/layout/NameandTitleOrganizationalChart"/>
    <dgm:cxn modelId="{3ED16FA1-30B9-4234-A1F1-A6A9BD99FB2D}" srcId="{AF8A1528-54CB-4131-9E63-CD874729D866}" destId="{BA4A5B81-5CC3-4F87-BB68-A77ED4A0339D}" srcOrd="0" destOrd="0" parTransId="{334291B2-0CAB-4183-B144-0C81B470DEF2}" sibTransId="{E20B305B-44FA-4500-832F-0FB8DEF095C8}"/>
    <dgm:cxn modelId="{02A8E0A2-0E07-4145-9E58-4567613EE53B}" type="presOf" srcId="{AF8A1528-54CB-4131-9E63-CD874729D866}" destId="{FDE49976-A6D0-4E4D-9898-EFDF77EC7071}" srcOrd="0" destOrd="0" presId="urn:microsoft.com/office/officeart/2008/layout/NameandTitleOrganizationalChart"/>
    <dgm:cxn modelId="{1EF247A3-9845-44CD-AF9D-6CBBFE2A8E35}" type="presOf" srcId="{DA595027-EDC2-40DD-A17A-E3CA2D590A87}" destId="{763DADB6-565C-4E84-A589-E08961936F48}" srcOrd="1" destOrd="0" presId="urn:microsoft.com/office/officeart/2008/layout/NameandTitleOrganizationalChart"/>
    <dgm:cxn modelId="{158D1EA5-F276-474F-8BD6-E6972D9CF8F1}" srcId="{DB14D14A-ED50-43B6-A9F8-661A8F6C42FE}" destId="{3410DAA7-75DB-4070-94DE-61E4FBDD4281}" srcOrd="0" destOrd="0" parTransId="{DE2585C3-4388-4B66-A8C4-D20E8FC09265}" sibTransId="{C1183171-4126-48A9-9C3D-7D322C873610}"/>
    <dgm:cxn modelId="{381014A6-597C-4DB7-BD3B-44014CB989E0}" srcId="{C54319A9-B472-422E-A69B-5E38E032F3F7}" destId="{22DE10AC-0F53-4B3A-A823-9C98EE738BDF}" srcOrd="1" destOrd="0" parTransId="{9828ADAC-17E9-4FB9-95D1-2E59E7DB26DB}" sibTransId="{76E57164-0FDC-47C5-8C37-A860EF76DD37}"/>
    <dgm:cxn modelId="{86F6B8AA-AA30-4267-93DA-5AAD38A6D5B3}" type="presOf" srcId="{ADFA3B44-93C3-4C80-9156-0917A42CB12C}" destId="{9693BCDF-E18B-4921-A697-7E7C77C98867}" srcOrd="1" destOrd="0" presId="urn:microsoft.com/office/officeart/2008/layout/NameandTitleOrganizationalChart"/>
    <dgm:cxn modelId="{57719CAE-C70F-4768-9195-3C38C4506242}" srcId="{BA4A5B81-5CC3-4F87-BB68-A77ED4A0339D}" destId="{DB14D14A-ED50-43B6-A9F8-661A8F6C42FE}" srcOrd="1" destOrd="0" parTransId="{0F5FD743-E589-4B07-839D-6C46E006E4D9}" sibTransId="{3826C23B-A171-44DA-A4DB-E07E5B7808A1}"/>
    <dgm:cxn modelId="{78582CB0-A065-47D4-B874-9375769F6A56}" type="presOf" srcId="{E8D3DEE7-3292-403C-893B-7F4C28C9256D}" destId="{B9D5BAEF-CCD1-4FDB-8423-B7072BAC8B62}" srcOrd="0" destOrd="0" presId="urn:microsoft.com/office/officeart/2008/layout/NameandTitleOrganizationalChart"/>
    <dgm:cxn modelId="{115DB0B0-8B86-45C2-93AC-6AA986A5E476}" type="presOf" srcId="{DB14D14A-ED50-43B6-A9F8-661A8F6C42FE}" destId="{8ADCB353-C13E-4DCB-B678-C2D8FCDEB41A}" srcOrd="1" destOrd="0" presId="urn:microsoft.com/office/officeart/2008/layout/NameandTitleOrganizationalChart"/>
    <dgm:cxn modelId="{7128EFB2-1298-4B8D-B535-4C9FC0E4EF5B}" type="presOf" srcId="{BA4A5B81-5CC3-4F87-BB68-A77ED4A0339D}" destId="{C78A5D9A-0ABA-4848-B1DC-1F993A813785}" srcOrd="0" destOrd="0" presId="urn:microsoft.com/office/officeart/2008/layout/NameandTitleOrganizationalChart"/>
    <dgm:cxn modelId="{9B9B17B3-D7FA-4B29-A6FB-B50DA43E1834}" type="presOf" srcId="{25E059E2-1B8D-437B-B3CA-0EB63233C2A0}" destId="{CBFC6FA8-F68F-468F-BE03-4F8CB8CBF11A}" srcOrd="0" destOrd="0" presId="urn:microsoft.com/office/officeart/2008/layout/NameandTitleOrganizationalChart"/>
    <dgm:cxn modelId="{9B84A4BF-00D3-49FB-9465-2CFFAB1B2DAB}" type="presOf" srcId="{578ACC5E-1139-49CF-B264-4DE85340AB3F}" destId="{7F6F5A2C-869A-4B56-92B7-329013A00BC8}" srcOrd="0" destOrd="0" presId="urn:microsoft.com/office/officeart/2008/layout/NameandTitleOrganizationalChart"/>
    <dgm:cxn modelId="{F36B9FC2-A0FF-46A5-A80C-22680C2C1D97}" type="presOf" srcId="{E20B305B-44FA-4500-832F-0FB8DEF095C8}" destId="{70B038D5-FA7E-489C-A377-10A2D9FA78F2}" srcOrd="0" destOrd="0" presId="urn:microsoft.com/office/officeart/2008/layout/NameandTitleOrganizationalChart"/>
    <dgm:cxn modelId="{D2D440C7-6206-4B5D-8AED-E7DF77C45457}" type="presOf" srcId="{DB14D14A-ED50-43B6-A9F8-661A8F6C42FE}" destId="{CD46AEAC-107D-4140-8C53-1C9121E60EB8}" srcOrd="0" destOrd="0" presId="urn:microsoft.com/office/officeart/2008/layout/NameandTitleOrganizationalChart"/>
    <dgm:cxn modelId="{29FDC7D4-DF77-417C-887F-B5420671DDFE}" srcId="{C54319A9-B472-422E-A69B-5E38E032F3F7}" destId="{DA595027-EDC2-40DD-A17A-E3CA2D590A87}" srcOrd="3" destOrd="0" parTransId="{E83DACE0-21B0-454F-8702-8EFFD9AB46FC}" sibTransId="{50226DBB-67FB-46DD-85D1-54C86726A524}"/>
    <dgm:cxn modelId="{D66A1FD5-E265-47D0-9539-3EEE573BCE73}" type="presOf" srcId="{95CF698A-28C7-4E6E-88BC-940A14C6F930}" destId="{879E8806-1DEE-4224-99A6-BA6C781F4E4E}" srcOrd="0" destOrd="0" presId="urn:microsoft.com/office/officeart/2008/layout/NameandTitleOrganizationalChart"/>
    <dgm:cxn modelId="{2FC1CCD6-72E8-43FF-B3A8-BA7B66326006}" type="presOf" srcId="{EE15299C-1F89-46D4-AAC3-9CAEF51AD7D4}" destId="{BF73F9BC-288D-4E31-8C63-DC639944E24A}" srcOrd="0" destOrd="0" presId="urn:microsoft.com/office/officeart/2008/layout/NameandTitleOrganizationalChart"/>
    <dgm:cxn modelId="{199CC0E1-C103-42BD-B760-A155D6D111C0}" srcId="{504D4F40-7BB3-4248-B93D-049EAE72EBDD}" destId="{EE15299C-1F89-46D4-AAC3-9CAEF51AD7D4}" srcOrd="1" destOrd="0" parTransId="{4FA3D2BD-B45B-41A0-9F78-3313BE32865C}" sibTransId="{08F8663F-12D6-4D74-97CD-D92BE037074D}"/>
    <dgm:cxn modelId="{7FC5C5E1-356F-4482-A0AA-98F29A8A0D2D}" type="presOf" srcId="{08F8663F-12D6-4D74-97CD-D92BE037074D}" destId="{A5ECD182-3DC5-415F-8B86-5867E12B96F2}" srcOrd="0" destOrd="0" presId="urn:microsoft.com/office/officeart/2008/layout/NameandTitleOrganizationalChart"/>
    <dgm:cxn modelId="{4E6B0AE6-76CB-43F7-8A1E-9EE22356C187}" type="presOf" srcId="{7DBB6511-332A-4064-A7C6-5DE49E30ECE7}" destId="{3305B6BE-2496-4318-A46B-CCBDE2445071}" srcOrd="0" destOrd="0" presId="urn:microsoft.com/office/officeart/2008/layout/NameandTitleOrganizationalChart"/>
    <dgm:cxn modelId="{8E09C4E8-E70D-4E47-B858-E3AEA42957BB}" srcId="{BA4A5B81-5CC3-4F87-BB68-A77ED4A0339D}" destId="{C54319A9-B472-422E-A69B-5E38E032F3F7}" srcOrd="0" destOrd="0" parTransId="{44734BD7-6195-4A9B-A8DB-826E281B634D}" sibTransId="{95CF698A-28C7-4E6E-88BC-940A14C6F930}"/>
    <dgm:cxn modelId="{E0627AED-886C-4485-ACBE-921255776B85}" type="presOf" srcId="{1582D5E1-9CBA-449E-8B66-02054A3CA78E}" destId="{93DE2808-77EF-4F4D-99F7-54CAC0A8231C}" srcOrd="0" destOrd="0" presId="urn:microsoft.com/office/officeart/2008/layout/NameandTitleOrganizationalChart"/>
    <dgm:cxn modelId="{10415FF1-2376-4025-8F51-449FEE9E2F4A}" type="presOf" srcId="{03D7AA3E-0E83-4ADB-A050-197722615D2C}" destId="{B27FCEE3-C2A0-45B8-B8B5-4AEE19058899}" srcOrd="0" destOrd="0" presId="urn:microsoft.com/office/officeart/2008/layout/NameandTitleOrganizationalChart"/>
    <dgm:cxn modelId="{691D89F2-3D4C-4EFC-9A5D-5B44870A4C08}" type="presOf" srcId="{574F761B-6ECC-441D-9491-C29AEC4ABB0A}" destId="{C5A80BA1-BE7B-47D8-BFD0-262A508542F3}" srcOrd="0" destOrd="0" presId="urn:microsoft.com/office/officeart/2008/layout/NameandTitleOrganizationalChart"/>
    <dgm:cxn modelId="{C23505F3-E106-42F1-9C3C-27E9454E2953}" type="presOf" srcId="{22DE10AC-0F53-4B3A-A823-9C98EE738BDF}" destId="{26522CF2-878D-4968-8451-A8A8B09D21F3}" srcOrd="1" destOrd="0" presId="urn:microsoft.com/office/officeart/2008/layout/NameandTitleOrganizationalChart"/>
    <dgm:cxn modelId="{DFB2E3F3-1A40-4254-9797-42D72E511E68}" type="presOf" srcId="{E83DACE0-21B0-454F-8702-8EFFD9AB46FC}" destId="{6AEFB1BC-1C31-4184-B456-8F769C458378}" srcOrd="0" destOrd="0" presId="urn:microsoft.com/office/officeart/2008/layout/NameandTitleOrganizationalChart"/>
    <dgm:cxn modelId="{850255F7-9801-40FC-AF59-58E6B471901D}" type="presOf" srcId="{504D4F40-7BB3-4248-B93D-049EAE72EBDD}" destId="{6C6BF8AC-68F0-488B-BCCF-1B98CA27C108}" srcOrd="0" destOrd="0" presId="urn:microsoft.com/office/officeart/2008/layout/NameandTitleOrganizationalChart"/>
    <dgm:cxn modelId="{681660F8-CB95-4B1E-9A1E-F6A5B2F34B3C}" type="presOf" srcId="{B27A4B62-2E0F-4D99-A58B-C060F430F2F5}" destId="{5D7F4D24-E0AD-449A-B1D7-95204D14111C}" srcOrd="0" destOrd="0" presId="urn:microsoft.com/office/officeart/2008/layout/NameandTitleOrganizationalChart"/>
    <dgm:cxn modelId="{2A8926FF-D94A-4D0B-9F5F-0D6753C9A4D6}" type="presOf" srcId="{FE715042-0228-4B06-89A1-16C6854BB57D}" destId="{4A07FC58-0D3F-451D-B34B-F23F08097517}" srcOrd="1" destOrd="0" presId="urn:microsoft.com/office/officeart/2008/layout/NameandTitleOrganizationalChart"/>
    <dgm:cxn modelId="{400EF29E-941D-45DA-8C38-9794CDFE2A91}" type="presParOf" srcId="{FDE49976-A6D0-4E4D-9898-EFDF77EC7071}" destId="{C1177F37-11DA-4DE0-AC9E-5F1BF43BD8A9}" srcOrd="0" destOrd="0" presId="urn:microsoft.com/office/officeart/2008/layout/NameandTitleOrganizationalChart"/>
    <dgm:cxn modelId="{728BCA58-19C3-4D1B-AA32-1DC633B3592A}" type="presParOf" srcId="{C1177F37-11DA-4DE0-AC9E-5F1BF43BD8A9}" destId="{77A6AA20-EC3F-4CA7-8BB7-FB09765BC5BC}" srcOrd="0" destOrd="0" presId="urn:microsoft.com/office/officeart/2008/layout/NameandTitleOrganizationalChart"/>
    <dgm:cxn modelId="{D8023202-C67A-4D35-BCC7-E67999ACC0F7}" type="presParOf" srcId="{77A6AA20-EC3F-4CA7-8BB7-FB09765BC5BC}" destId="{C78A5D9A-0ABA-4848-B1DC-1F993A813785}" srcOrd="0" destOrd="0" presId="urn:microsoft.com/office/officeart/2008/layout/NameandTitleOrganizationalChart"/>
    <dgm:cxn modelId="{D20B7F83-7BC6-49C0-9D73-D5436AF5E6D6}" type="presParOf" srcId="{77A6AA20-EC3F-4CA7-8BB7-FB09765BC5BC}" destId="{70B038D5-FA7E-489C-A377-10A2D9FA78F2}" srcOrd="1" destOrd="0" presId="urn:microsoft.com/office/officeart/2008/layout/NameandTitleOrganizationalChart"/>
    <dgm:cxn modelId="{CC8A4D92-6D15-45A8-AA2A-820E9FCB5449}" type="presParOf" srcId="{77A6AA20-EC3F-4CA7-8BB7-FB09765BC5BC}" destId="{58F3A833-D873-441B-B42D-1732D060C005}" srcOrd="2" destOrd="0" presId="urn:microsoft.com/office/officeart/2008/layout/NameandTitleOrganizationalChart"/>
    <dgm:cxn modelId="{523D549E-E626-4EDB-8650-AFBB0BEE1ADC}" type="presParOf" srcId="{C1177F37-11DA-4DE0-AC9E-5F1BF43BD8A9}" destId="{72823D98-4D21-458D-B9A3-2DD8F72CC51A}" srcOrd="1" destOrd="0" presId="urn:microsoft.com/office/officeart/2008/layout/NameandTitleOrganizationalChart"/>
    <dgm:cxn modelId="{D964F987-873F-4FB6-8C50-C37268E26A01}" type="presParOf" srcId="{72823D98-4D21-458D-B9A3-2DD8F72CC51A}" destId="{88DF55EF-28D6-4B6C-8EC6-4EDCFD462E23}" srcOrd="0" destOrd="0" presId="urn:microsoft.com/office/officeart/2008/layout/NameandTitleOrganizationalChart"/>
    <dgm:cxn modelId="{0B32631E-FC8E-4251-B37F-11B8FFB56871}" type="presParOf" srcId="{72823D98-4D21-458D-B9A3-2DD8F72CC51A}" destId="{3408B4C4-2C4B-4DF4-B626-F7FEE3B81807}" srcOrd="1" destOrd="0" presId="urn:microsoft.com/office/officeart/2008/layout/NameandTitleOrganizationalChart"/>
    <dgm:cxn modelId="{EA69531E-6761-4605-BEA0-9A0C5420CA76}" type="presParOf" srcId="{3408B4C4-2C4B-4DF4-B626-F7FEE3B81807}" destId="{7440AA5A-4B68-4C0B-90E8-15D43912AD56}" srcOrd="0" destOrd="0" presId="urn:microsoft.com/office/officeart/2008/layout/NameandTitleOrganizationalChart"/>
    <dgm:cxn modelId="{2FD61DD3-93B4-4699-98E0-28E4C513C800}" type="presParOf" srcId="{7440AA5A-4B68-4C0B-90E8-15D43912AD56}" destId="{1ED7996C-E3F7-4418-9078-6B15C19675A2}" srcOrd="0" destOrd="0" presId="urn:microsoft.com/office/officeart/2008/layout/NameandTitleOrganizationalChart"/>
    <dgm:cxn modelId="{CC68E82A-3B18-4D3A-8FE3-422F201C3D67}" type="presParOf" srcId="{7440AA5A-4B68-4C0B-90E8-15D43912AD56}" destId="{879E8806-1DEE-4224-99A6-BA6C781F4E4E}" srcOrd="1" destOrd="0" presId="urn:microsoft.com/office/officeart/2008/layout/NameandTitleOrganizationalChart"/>
    <dgm:cxn modelId="{EBD08167-8EAD-45B5-B665-611AFFDDACC6}" type="presParOf" srcId="{7440AA5A-4B68-4C0B-90E8-15D43912AD56}" destId="{70429C41-8C22-4DB0-8E4E-27410EE97BF6}" srcOrd="2" destOrd="0" presId="urn:microsoft.com/office/officeart/2008/layout/NameandTitleOrganizationalChart"/>
    <dgm:cxn modelId="{2EAE00F4-B11F-4C54-A5C6-3FE6EF116E1C}" type="presParOf" srcId="{3408B4C4-2C4B-4DF4-B626-F7FEE3B81807}" destId="{7E462E7D-921D-4D53-8F52-16CA63A75BB9}" srcOrd="1" destOrd="0" presId="urn:microsoft.com/office/officeart/2008/layout/NameandTitleOrganizationalChart"/>
    <dgm:cxn modelId="{10C51115-132D-4033-B0FF-DA97ACE8652E}" type="presParOf" srcId="{7E462E7D-921D-4D53-8F52-16CA63A75BB9}" destId="{7F6F5A2C-869A-4B56-92B7-329013A00BC8}" srcOrd="0" destOrd="0" presId="urn:microsoft.com/office/officeart/2008/layout/NameandTitleOrganizationalChart"/>
    <dgm:cxn modelId="{1108B8D6-FD10-414D-82A4-B427D8754554}" type="presParOf" srcId="{7E462E7D-921D-4D53-8F52-16CA63A75BB9}" destId="{1E87D60A-0F98-46F4-AED4-406E1B6AAABF}" srcOrd="1" destOrd="0" presId="urn:microsoft.com/office/officeart/2008/layout/NameandTitleOrganizationalChart"/>
    <dgm:cxn modelId="{1DE550D7-8655-4731-8AB6-31BBA86608DC}" type="presParOf" srcId="{1E87D60A-0F98-46F4-AED4-406E1B6AAABF}" destId="{CF20C840-10C0-48B7-8DAB-C28EA03A5BEB}" srcOrd="0" destOrd="0" presId="urn:microsoft.com/office/officeart/2008/layout/NameandTitleOrganizationalChart"/>
    <dgm:cxn modelId="{B3904D84-44FF-45CB-AEB7-1BBA6329EC1B}" type="presParOf" srcId="{CF20C840-10C0-48B7-8DAB-C28EA03A5BEB}" destId="{EE0D39D3-D0D6-4F54-A3E7-3E8EF5B945C4}" srcOrd="0" destOrd="0" presId="urn:microsoft.com/office/officeart/2008/layout/NameandTitleOrganizationalChart"/>
    <dgm:cxn modelId="{FAD30B2F-5DBF-43F4-802B-FFFC2DFDD421}" type="presParOf" srcId="{CF20C840-10C0-48B7-8DAB-C28EA03A5BEB}" destId="{FAB3520A-7E96-4B24-B26B-8FBF908AB3C3}" srcOrd="1" destOrd="0" presId="urn:microsoft.com/office/officeart/2008/layout/NameandTitleOrganizationalChart"/>
    <dgm:cxn modelId="{E82CEB6A-A0F9-423F-9086-0686DBEE3F02}" type="presParOf" srcId="{CF20C840-10C0-48B7-8DAB-C28EA03A5BEB}" destId="{D3EBB9D2-6F80-449F-89FF-91DD939E7061}" srcOrd="2" destOrd="0" presId="urn:microsoft.com/office/officeart/2008/layout/NameandTitleOrganizationalChart"/>
    <dgm:cxn modelId="{0995F9CB-A9AC-4577-B3B7-652D45E4D1AE}" type="presParOf" srcId="{1E87D60A-0F98-46F4-AED4-406E1B6AAABF}" destId="{A4B42A5E-1615-4F89-8BCB-186279CC0427}" srcOrd="1" destOrd="0" presId="urn:microsoft.com/office/officeart/2008/layout/NameandTitleOrganizationalChart"/>
    <dgm:cxn modelId="{7F11FE05-073B-43F2-983A-FE65C8FD437C}" type="presParOf" srcId="{1E87D60A-0F98-46F4-AED4-406E1B6AAABF}" destId="{5E317183-06C6-4B33-AE04-23DCE2974BCC}" srcOrd="2" destOrd="0" presId="urn:microsoft.com/office/officeart/2008/layout/NameandTitleOrganizationalChart"/>
    <dgm:cxn modelId="{41959A23-A60D-473E-9664-7132118E8273}" type="presParOf" srcId="{7E462E7D-921D-4D53-8F52-16CA63A75BB9}" destId="{48CDB226-C232-4ED3-8D0F-A534FD2FCE4A}" srcOrd="2" destOrd="0" presId="urn:microsoft.com/office/officeart/2008/layout/NameandTitleOrganizationalChart"/>
    <dgm:cxn modelId="{A14362FB-3951-467A-95FF-D4ED1664269E}" type="presParOf" srcId="{7E462E7D-921D-4D53-8F52-16CA63A75BB9}" destId="{2F478E77-67C1-4E24-A5B9-2DC3B6F32836}" srcOrd="3" destOrd="0" presId="urn:microsoft.com/office/officeart/2008/layout/NameandTitleOrganizationalChart"/>
    <dgm:cxn modelId="{7858443E-5B6B-41E4-ABE3-F2DA64921348}" type="presParOf" srcId="{2F478E77-67C1-4E24-A5B9-2DC3B6F32836}" destId="{E6B15415-3031-4CBE-88DB-A40D33F078E5}" srcOrd="0" destOrd="0" presId="urn:microsoft.com/office/officeart/2008/layout/NameandTitleOrganizationalChart"/>
    <dgm:cxn modelId="{9706A8A5-E47C-43AA-B9CA-6B5853E1CFD5}" type="presParOf" srcId="{E6B15415-3031-4CBE-88DB-A40D33F078E5}" destId="{F15505B2-0293-46C7-9705-F365D1B8DF35}" srcOrd="0" destOrd="0" presId="urn:microsoft.com/office/officeart/2008/layout/NameandTitleOrganizationalChart"/>
    <dgm:cxn modelId="{32325EBC-26E4-4C25-B7F9-23DC500CA72D}" type="presParOf" srcId="{E6B15415-3031-4CBE-88DB-A40D33F078E5}" destId="{B8AF4AD4-FFC6-4D6C-B357-242B350EBF09}" srcOrd="1" destOrd="0" presId="urn:microsoft.com/office/officeart/2008/layout/NameandTitleOrganizationalChart"/>
    <dgm:cxn modelId="{DEAD89E0-CB33-404E-B2ED-15897D6FA99B}" type="presParOf" srcId="{E6B15415-3031-4CBE-88DB-A40D33F078E5}" destId="{26522CF2-878D-4968-8451-A8A8B09D21F3}" srcOrd="2" destOrd="0" presId="urn:microsoft.com/office/officeart/2008/layout/NameandTitleOrganizationalChart"/>
    <dgm:cxn modelId="{8917BAC0-40EA-4503-BD1F-FA9546577788}" type="presParOf" srcId="{2F478E77-67C1-4E24-A5B9-2DC3B6F32836}" destId="{5F2E685E-40FA-4F85-B1BB-381EAE6BD29E}" srcOrd="1" destOrd="0" presId="urn:microsoft.com/office/officeart/2008/layout/NameandTitleOrganizationalChart"/>
    <dgm:cxn modelId="{6A4C4D3F-43DD-41A8-B525-3C2BDE9898E1}" type="presParOf" srcId="{2F478E77-67C1-4E24-A5B9-2DC3B6F32836}" destId="{8201A604-F84E-4154-9B38-18096EDD8517}" srcOrd="2" destOrd="0" presId="urn:microsoft.com/office/officeart/2008/layout/NameandTitleOrganizationalChart"/>
    <dgm:cxn modelId="{2AC3A23A-A040-4F7B-97D0-6ABF95156F62}" type="presParOf" srcId="{7E462E7D-921D-4D53-8F52-16CA63A75BB9}" destId="{B27FCEE3-C2A0-45B8-B8B5-4AEE19058899}" srcOrd="4" destOrd="0" presId="urn:microsoft.com/office/officeart/2008/layout/NameandTitleOrganizationalChart"/>
    <dgm:cxn modelId="{A05B6102-DD6A-4786-BF9D-39C4C58C0B7F}" type="presParOf" srcId="{7E462E7D-921D-4D53-8F52-16CA63A75BB9}" destId="{B4E17023-4767-4BEF-8ECA-F6A86A0BC8FB}" srcOrd="5" destOrd="0" presId="urn:microsoft.com/office/officeart/2008/layout/NameandTitleOrganizationalChart"/>
    <dgm:cxn modelId="{699C91A3-CCCE-4AC6-9A87-D347ACF0BF0B}" type="presParOf" srcId="{B4E17023-4767-4BEF-8ECA-F6A86A0BC8FB}" destId="{876A9477-8384-4CF8-985A-50801D6CC9E3}" srcOrd="0" destOrd="0" presId="urn:microsoft.com/office/officeart/2008/layout/NameandTitleOrganizationalChart"/>
    <dgm:cxn modelId="{327AE36E-D787-41EA-8792-A6870A747135}" type="presParOf" srcId="{876A9477-8384-4CF8-985A-50801D6CC9E3}" destId="{6479267A-9C3B-4513-BAC9-816C2D832244}" srcOrd="0" destOrd="0" presId="urn:microsoft.com/office/officeart/2008/layout/NameandTitleOrganizationalChart"/>
    <dgm:cxn modelId="{79AB7E77-4C21-411F-ACB9-44A7487DF651}" type="presParOf" srcId="{876A9477-8384-4CF8-985A-50801D6CC9E3}" destId="{C625ADDD-BEC0-4966-8DF5-8C3EC84AC9EF}" srcOrd="1" destOrd="0" presId="urn:microsoft.com/office/officeart/2008/layout/NameandTitleOrganizationalChart"/>
    <dgm:cxn modelId="{6272E86A-610C-45E6-A49C-A9F720E69898}" type="presParOf" srcId="{876A9477-8384-4CF8-985A-50801D6CC9E3}" destId="{4A07FC58-0D3F-451D-B34B-F23F08097517}" srcOrd="2" destOrd="0" presId="urn:microsoft.com/office/officeart/2008/layout/NameandTitleOrganizationalChart"/>
    <dgm:cxn modelId="{D7770DB2-08B5-4BF2-B9D6-C3E9C9AA56AA}" type="presParOf" srcId="{B4E17023-4767-4BEF-8ECA-F6A86A0BC8FB}" destId="{E34D7C7E-2751-491E-87CA-037E7B83CD62}" srcOrd="1" destOrd="0" presId="urn:microsoft.com/office/officeart/2008/layout/NameandTitleOrganizationalChart"/>
    <dgm:cxn modelId="{694544FC-A042-4020-B684-4864CA6F3F97}" type="presParOf" srcId="{B4E17023-4767-4BEF-8ECA-F6A86A0BC8FB}" destId="{A1CFF780-0088-4A99-ADC1-05850CFD6F4E}" srcOrd="2" destOrd="0" presId="urn:microsoft.com/office/officeart/2008/layout/NameandTitleOrganizationalChart"/>
    <dgm:cxn modelId="{E031DDA2-426D-4D64-BC3E-AFF8676F58B7}" type="presParOf" srcId="{3408B4C4-2C4B-4DF4-B626-F7FEE3B81807}" destId="{37A3CFE1-067C-4E32-A868-02E9BE107513}" srcOrd="2" destOrd="0" presId="urn:microsoft.com/office/officeart/2008/layout/NameandTitleOrganizationalChart"/>
    <dgm:cxn modelId="{7241030B-E449-43A6-AB87-2474A06B2D99}" type="presParOf" srcId="{37A3CFE1-067C-4E32-A868-02E9BE107513}" destId="{6AEFB1BC-1C31-4184-B456-8F769C458378}" srcOrd="0" destOrd="0" presId="urn:microsoft.com/office/officeart/2008/layout/NameandTitleOrganizationalChart"/>
    <dgm:cxn modelId="{4714CDEB-77A5-4B9A-B79C-CAC3A514428F}" type="presParOf" srcId="{37A3CFE1-067C-4E32-A868-02E9BE107513}" destId="{F89E0437-7A17-4168-9211-F100BFAC9F77}" srcOrd="1" destOrd="0" presId="urn:microsoft.com/office/officeart/2008/layout/NameandTitleOrganizationalChart"/>
    <dgm:cxn modelId="{D680BBA8-1109-4334-9B1C-15996367B5FD}" type="presParOf" srcId="{F89E0437-7A17-4168-9211-F100BFAC9F77}" destId="{39A3FAA3-9E82-44B8-8AA0-B3BEB405467A}" srcOrd="0" destOrd="0" presId="urn:microsoft.com/office/officeart/2008/layout/NameandTitleOrganizationalChart"/>
    <dgm:cxn modelId="{EC5C11EE-4B02-404B-A612-14585759C501}" type="presParOf" srcId="{39A3FAA3-9E82-44B8-8AA0-B3BEB405467A}" destId="{D80D826F-8272-4D9B-BDB0-899B76BC7A69}" srcOrd="0" destOrd="0" presId="urn:microsoft.com/office/officeart/2008/layout/NameandTitleOrganizationalChart"/>
    <dgm:cxn modelId="{A0F1D8D8-ECA6-4150-8841-CEF21254FCEE}" type="presParOf" srcId="{39A3FAA3-9E82-44B8-8AA0-B3BEB405467A}" destId="{34B82334-099B-4F11-A7B4-39CFD17AFA6A}" srcOrd="1" destOrd="0" presId="urn:microsoft.com/office/officeart/2008/layout/NameandTitleOrganizationalChart"/>
    <dgm:cxn modelId="{63261A5A-32BC-4653-BE22-83D6EC844650}" type="presParOf" srcId="{39A3FAA3-9E82-44B8-8AA0-B3BEB405467A}" destId="{763DADB6-565C-4E84-A589-E08961936F48}" srcOrd="2" destOrd="0" presId="urn:microsoft.com/office/officeart/2008/layout/NameandTitleOrganizationalChart"/>
    <dgm:cxn modelId="{F30EE33B-1BBF-49D9-97FE-A4A8784A1E1C}" type="presParOf" srcId="{F89E0437-7A17-4168-9211-F100BFAC9F77}" destId="{E0776FF6-3BF3-4BAB-9757-01FDDD23529B}" srcOrd="1" destOrd="0" presId="urn:microsoft.com/office/officeart/2008/layout/NameandTitleOrganizationalChart"/>
    <dgm:cxn modelId="{F64B8382-5092-4223-B1EF-E2CDABB2120B}" type="presParOf" srcId="{F89E0437-7A17-4168-9211-F100BFAC9F77}" destId="{EF6FA1A0-AE2B-404F-982F-BBA38A9AD82F}" srcOrd="2" destOrd="0" presId="urn:microsoft.com/office/officeart/2008/layout/NameandTitleOrganizationalChart"/>
    <dgm:cxn modelId="{E4050208-B289-4BE4-870D-6BDE5E0BEFED}" type="presParOf" srcId="{72823D98-4D21-458D-B9A3-2DD8F72CC51A}" destId="{0BD9C8F1-FFD1-43D4-8E47-2A360138185A}" srcOrd="2" destOrd="0" presId="urn:microsoft.com/office/officeart/2008/layout/NameandTitleOrganizationalChart"/>
    <dgm:cxn modelId="{68770262-6ECD-412D-BED6-20C952225876}" type="presParOf" srcId="{72823D98-4D21-458D-B9A3-2DD8F72CC51A}" destId="{93F70FB2-11B3-40E1-B0ED-1B4ECB5853A7}" srcOrd="3" destOrd="0" presId="urn:microsoft.com/office/officeart/2008/layout/NameandTitleOrganizationalChart"/>
    <dgm:cxn modelId="{5887CCC5-EA66-4CBA-8EA5-6BBA5A817A1F}" type="presParOf" srcId="{93F70FB2-11B3-40E1-B0ED-1B4ECB5853A7}" destId="{348C725B-E35C-4B0E-8C4B-767CE1796840}" srcOrd="0" destOrd="0" presId="urn:microsoft.com/office/officeart/2008/layout/NameandTitleOrganizationalChart"/>
    <dgm:cxn modelId="{299C6A39-363C-43F7-A050-9AF18E1185A6}" type="presParOf" srcId="{348C725B-E35C-4B0E-8C4B-767CE1796840}" destId="{CD46AEAC-107D-4140-8C53-1C9121E60EB8}" srcOrd="0" destOrd="0" presId="urn:microsoft.com/office/officeart/2008/layout/NameandTitleOrganizationalChart"/>
    <dgm:cxn modelId="{3C5D4A28-032D-482F-83E0-C051966B97C6}" type="presParOf" srcId="{348C725B-E35C-4B0E-8C4B-767CE1796840}" destId="{D308902E-A159-4C94-BFD2-4AC31C612335}" srcOrd="1" destOrd="0" presId="urn:microsoft.com/office/officeart/2008/layout/NameandTitleOrganizationalChart"/>
    <dgm:cxn modelId="{B42A2D88-5DC0-4B56-B013-DCCFC81B3D16}" type="presParOf" srcId="{348C725B-E35C-4B0E-8C4B-767CE1796840}" destId="{8ADCB353-C13E-4DCB-B678-C2D8FCDEB41A}" srcOrd="2" destOrd="0" presId="urn:microsoft.com/office/officeart/2008/layout/NameandTitleOrganizationalChart"/>
    <dgm:cxn modelId="{9B840367-FE77-4D66-B0D8-08E807AED7A1}" type="presParOf" srcId="{93F70FB2-11B3-40E1-B0ED-1B4ECB5853A7}" destId="{EEF956DE-56E9-41D3-819E-3B2463EEEBDC}" srcOrd="1" destOrd="0" presId="urn:microsoft.com/office/officeart/2008/layout/NameandTitleOrganizationalChart"/>
    <dgm:cxn modelId="{C81D5B38-9BBA-4E84-A3B0-8DABFD52618F}" type="presParOf" srcId="{EEF956DE-56E9-41D3-819E-3B2463EEEBDC}" destId="{3D4CDB6F-A75B-47A5-9ECE-93D1A2F9ADF5}" srcOrd="0" destOrd="0" presId="urn:microsoft.com/office/officeart/2008/layout/NameandTitleOrganizationalChart"/>
    <dgm:cxn modelId="{E75A213D-8FAC-4F75-A994-B542B28F483B}" type="presParOf" srcId="{EEF956DE-56E9-41D3-819E-3B2463EEEBDC}" destId="{5901723F-EFBF-439F-9F8E-F324DBE1366B}" srcOrd="1" destOrd="0" presId="urn:microsoft.com/office/officeart/2008/layout/NameandTitleOrganizationalChart"/>
    <dgm:cxn modelId="{34CEAC4C-CB1B-43D5-A5DF-42F7356BD6BE}" type="presParOf" srcId="{5901723F-EFBF-439F-9F8E-F324DBE1366B}" destId="{A5689150-7075-443A-8B93-E40EFE1F85AA}" srcOrd="0" destOrd="0" presId="urn:microsoft.com/office/officeart/2008/layout/NameandTitleOrganizationalChart"/>
    <dgm:cxn modelId="{E8AB049A-B25C-40B3-B7E5-6DCFCFDEF54C}" type="presParOf" srcId="{A5689150-7075-443A-8B93-E40EFE1F85AA}" destId="{0B949EAE-371F-495F-B9C6-C29084EB525E}" srcOrd="0" destOrd="0" presId="urn:microsoft.com/office/officeart/2008/layout/NameandTitleOrganizationalChart"/>
    <dgm:cxn modelId="{DD30150D-CAB9-41C2-9D3C-E42B786B7A2D}" type="presParOf" srcId="{A5689150-7075-443A-8B93-E40EFE1F85AA}" destId="{585D672B-FA59-4D63-825E-6BB36E015D7F}" srcOrd="1" destOrd="0" presId="urn:microsoft.com/office/officeart/2008/layout/NameandTitleOrganizationalChart"/>
    <dgm:cxn modelId="{889D02E2-8BA8-4B99-ACC0-6F33311485E9}" type="presParOf" srcId="{A5689150-7075-443A-8B93-E40EFE1F85AA}" destId="{9C76AFF7-2397-4459-9470-762ABDEA3DFF}" srcOrd="2" destOrd="0" presId="urn:microsoft.com/office/officeart/2008/layout/NameandTitleOrganizationalChart"/>
    <dgm:cxn modelId="{BF931AA3-9399-4A98-948A-2D4DB553AC29}" type="presParOf" srcId="{5901723F-EFBF-439F-9F8E-F324DBE1366B}" destId="{0D407FEA-A5AB-4F15-B580-C4CB00A3D576}" srcOrd="1" destOrd="0" presId="urn:microsoft.com/office/officeart/2008/layout/NameandTitleOrganizationalChart"/>
    <dgm:cxn modelId="{815726A5-428C-4E40-803D-BF34062D9D82}" type="presParOf" srcId="{5901723F-EFBF-439F-9F8E-F324DBE1366B}" destId="{F3EE7648-368C-43BA-BC4A-12E3758897CD}" srcOrd="2" destOrd="0" presId="urn:microsoft.com/office/officeart/2008/layout/NameandTitleOrganizationalChart"/>
    <dgm:cxn modelId="{2957542B-CC0D-4CAF-B72C-DBDC20600F68}" type="presParOf" srcId="{93F70FB2-11B3-40E1-B0ED-1B4ECB5853A7}" destId="{CB8F0794-9ACF-434F-80C9-4E453FC34D17}" srcOrd="2" destOrd="0" presId="urn:microsoft.com/office/officeart/2008/layout/NameandTitleOrganizationalChart"/>
    <dgm:cxn modelId="{401A2C72-5690-416E-910A-F2E142FBC468}" type="presParOf" srcId="{72823D98-4D21-458D-B9A3-2DD8F72CC51A}" destId="{FEA2E2E1-B05B-43AF-917B-7EF91A898851}" srcOrd="4" destOrd="0" presId="urn:microsoft.com/office/officeart/2008/layout/NameandTitleOrganizationalChart"/>
    <dgm:cxn modelId="{04FD2714-FCF1-489C-90A7-97FE422371E1}" type="presParOf" srcId="{72823D98-4D21-458D-B9A3-2DD8F72CC51A}" destId="{8DC14950-D735-481F-AB93-CA87853FB046}" srcOrd="5" destOrd="0" presId="urn:microsoft.com/office/officeart/2008/layout/NameandTitleOrganizationalChart"/>
    <dgm:cxn modelId="{D4CE905C-603B-4421-AF17-528D2F140735}" type="presParOf" srcId="{8DC14950-D735-481F-AB93-CA87853FB046}" destId="{CC4816E8-258A-4C9D-B590-B3BF0A840804}" srcOrd="0" destOrd="0" presId="urn:microsoft.com/office/officeart/2008/layout/NameandTitleOrganizationalChart"/>
    <dgm:cxn modelId="{2D42FD2A-6833-492C-974C-0F9214A14655}" type="presParOf" srcId="{CC4816E8-258A-4C9D-B590-B3BF0A840804}" destId="{6C6BF8AC-68F0-488B-BCCF-1B98CA27C108}" srcOrd="0" destOrd="0" presId="urn:microsoft.com/office/officeart/2008/layout/NameandTitleOrganizationalChart"/>
    <dgm:cxn modelId="{A412A018-5300-481B-A12F-4F87C9BF1EC3}" type="presParOf" srcId="{CC4816E8-258A-4C9D-B590-B3BF0A840804}" destId="{5D7F4D24-E0AD-449A-B1D7-95204D14111C}" srcOrd="1" destOrd="0" presId="urn:microsoft.com/office/officeart/2008/layout/NameandTitleOrganizationalChart"/>
    <dgm:cxn modelId="{CC14CE1C-5DAF-456B-B6C8-A9CC9580E5A0}" type="presParOf" srcId="{CC4816E8-258A-4C9D-B590-B3BF0A840804}" destId="{86FC4382-0DCA-42FD-B2B2-3C46797D5815}" srcOrd="2" destOrd="0" presId="urn:microsoft.com/office/officeart/2008/layout/NameandTitleOrganizationalChart"/>
    <dgm:cxn modelId="{0DB0D1C2-8E04-477B-B5B1-1974192446E3}" type="presParOf" srcId="{8DC14950-D735-481F-AB93-CA87853FB046}" destId="{423C1B6F-841E-4973-8CBC-1D76BE4B2D4A}" srcOrd="1" destOrd="0" presId="urn:microsoft.com/office/officeart/2008/layout/NameandTitleOrganizationalChart"/>
    <dgm:cxn modelId="{846DD8FD-76F9-4E97-A4D6-8B5C1C5F2FB1}" type="presParOf" srcId="{423C1B6F-841E-4973-8CBC-1D76BE4B2D4A}" destId="{BB0636A5-D9A8-41A2-9D1E-3C751FAAD599}" srcOrd="0" destOrd="0" presId="urn:microsoft.com/office/officeart/2008/layout/NameandTitleOrganizationalChart"/>
    <dgm:cxn modelId="{619BC765-5027-43DA-B1CD-C8B3DA1754CB}" type="presParOf" srcId="{423C1B6F-841E-4973-8CBC-1D76BE4B2D4A}" destId="{EE0CFC49-A8C9-4526-B7A4-2F9BA416DF0A}" srcOrd="1" destOrd="0" presId="urn:microsoft.com/office/officeart/2008/layout/NameandTitleOrganizationalChart"/>
    <dgm:cxn modelId="{34653ADD-0730-4BC2-B501-85FB95CFBD12}" type="presParOf" srcId="{EE0CFC49-A8C9-4526-B7A4-2F9BA416DF0A}" destId="{A5DD7D61-3989-491F-A54E-23E24DBD6B8F}" srcOrd="0" destOrd="0" presId="urn:microsoft.com/office/officeart/2008/layout/NameandTitleOrganizationalChart"/>
    <dgm:cxn modelId="{FDAB7AA8-8F2E-42A9-B35B-99E7806CDDD2}" type="presParOf" srcId="{A5DD7D61-3989-491F-A54E-23E24DBD6B8F}" destId="{82ABB357-3E02-4570-A7B5-1CCDD4958642}" srcOrd="0" destOrd="0" presId="urn:microsoft.com/office/officeart/2008/layout/NameandTitleOrganizationalChart"/>
    <dgm:cxn modelId="{B853C705-971D-47C4-99B3-FF1D1566A224}" type="presParOf" srcId="{A5DD7D61-3989-491F-A54E-23E24DBD6B8F}" destId="{CBFC6FA8-F68F-468F-BE03-4F8CB8CBF11A}" srcOrd="1" destOrd="0" presId="urn:microsoft.com/office/officeart/2008/layout/NameandTitleOrganizationalChart"/>
    <dgm:cxn modelId="{DD15BB81-65B0-405F-9F8B-6CA8615BBBA9}" type="presParOf" srcId="{A5DD7D61-3989-491F-A54E-23E24DBD6B8F}" destId="{1E996994-5754-48C7-8EE9-41BB6CDAFEB8}" srcOrd="2" destOrd="0" presId="urn:microsoft.com/office/officeart/2008/layout/NameandTitleOrganizationalChart"/>
    <dgm:cxn modelId="{375CB7ED-7C3E-4D4A-8D75-1343BE06C9C2}" type="presParOf" srcId="{EE0CFC49-A8C9-4526-B7A4-2F9BA416DF0A}" destId="{7ECEB836-42CE-4430-9944-86E62FBBE771}" srcOrd="1" destOrd="0" presId="urn:microsoft.com/office/officeart/2008/layout/NameandTitleOrganizationalChart"/>
    <dgm:cxn modelId="{FF9F8502-6F3C-42E7-A09B-31C27BD60ED6}" type="presParOf" srcId="{EE0CFC49-A8C9-4526-B7A4-2F9BA416DF0A}" destId="{BA330235-DB2C-4957-B331-203A53437D3F}" srcOrd="2" destOrd="0" presId="urn:microsoft.com/office/officeart/2008/layout/NameandTitleOrganizationalChart"/>
    <dgm:cxn modelId="{73A83861-F171-4D3B-AD86-2B97CBD3E1A3}" type="presParOf" srcId="{423C1B6F-841E-4973-8CBC-1D76BE4B2D4A}" destId="{0B988F40-5F26-4425-9D81-8FAFC96E8B0D}" srcOrd="2" destOrd="0" presId="urn:microsoft.com/office/officeart/2008/layout/NameandTitleOrganizationalChart"/>
    <dgm:cxn modelId="{F7ED8B28-A054-494C-8AAE-A248384B8B4D}" type="presParOf" srcId="{423C1B6F-841E-4973-8CBC-1D76BE4B2D4A}" destId="{20AA32D9-3219-499F-80DF-0AC3C70ED674}" srcOrd="3" destOrd="0" presId="urn:microsoft.com/office/officeart/2008/layout/NameandTitleOrganizationalChart"/>
    <dgm:cxn modelId="{8CE7C310-4009-4F5D-BCAA-A01046B9AE5E}" type="presParOf" srcId="{20AA32D9-3219-499F-80DF-0AC3C70ED674}" destId="{42386518-8544-4B21-A850-8350EC3EAFD7}" srcOrd="0" destOrd="0" presId="urn:microsoft.com/office/officeart/2008/layout/NameandTitleOrganizationalChart"/>
    <dgm:cxn modelId="{E1898A59-EFC5-461A-8454-14F2276F54B0}" type="presParOf" srcId="{42386518-8544-4B21-A850-8350EC3EAFD7}" destId="{BF73F9BC-288D-4E31-8C63-DC639944E24A}" srcOrd="0" destOrd="0" presId="urn:microsoft.com/office/officeart/2008/layout/NameandTitleOrganizationalChart"/>
    <dgm:cxn modelId="{6E2DEB7D-BF3C-46B4-B163-E0DE25AB97C5}" type="presParOf" srcId="{42386518-8544-4B21-A850-8350EC3EAFD7}" destId="{A5ECD182-3DC5-415F-8B86-5867E12B96F2}" srcOrd="1" destOrd="0" presId="urn:microsoft.com/office/officeart/2008/layout/NameandTitleOrganizationalChart"/>
    <dgm:cxn modelId="{EB493855-CC82-4A41-96D8-F98BC8E8EBC2}" type="presParOf" srcId="{42386518-8544-4B21-A850-8350EC3EAFD7}" destId="{E7D43746-1387-4EC4-BD4B-B69ED2D72E4D}" srcOrd="2" destOrd="0" presId="urn:microsoft.com/office/officeart/2008/layout/NameandTitleOrganizationalChart"/>
    <dgm:cxn modelId="{D86A4AF0-50FF-45FA-AEC1-FB4B67A87C27}" type="presParOf" srcId="{20AA32D9-3219-499F-80DF-0AC3C70ED674}" destId="{5BF9127C-3AD3-417C-ADCD-6BA1197B9816}" srcOrd="1" destOrd="0" presId="urn:microsoft.com/office/officeart/2008/layout/NameandTitleOrganizationalChart"/>
    <dgm:cxn modelId="{492AA1E4-5193-4C8B-98D8-44B7415ECD19}" type="presParOf" srcId="{20AA32D9-3219-499F-80DF-0AC3C70ED674}" destId="{4DBE11F0-A356-4278-ABF4-057D45D7B406}" srcOrd="2" destOrd="0" presId="urn:microsoft.com/office/officeart/2008/layout/NameandTitleOrganizationalChart"/>
    <dgm:cxn modelId="{CB9CA4F0-8B4F-4CDC-8C9F-DDF2CB1076CF}" type="presParOf" srcId="{423C1B6F-841E-4973-8CBC-1D76BE4B2D4A}" destId="{93DE2808-77EF-4F4D-99F7-54CAC0A8231C}" srcOrd="4" destOrd="0" presId="urn:microsoft.com/office/officeart/2008/layout/NameandTitleOrganizationalChart"/>
    <dgm:cxn modelId="{224A9C5B-C3A6-4DDA-A57C-1996DA5E18F7}" type="presParOf" srcId="{423C1B6F-841E-4973-8CBC-1D76BE4B2D4A}" destId="{4680F7D9-B9AC-4549-B397-4059BF37CD9B}" srcOrd="5" destOrd="0" presId="urn:microsoft.com/office/officeart/2008/layout/NameandTitleOrganizationalChart"/>
    <dgm:cxn modelId="{0A2B12ED-29AF-4BFD-AAEB-77E600DA9768}" type="presParOf" srcId="{4680F7D9-B9AC-4549-B397-4059BF37CD9B}" destId="{8A3CDF3C-5D39-467C-B395-DE0103977E15}" srcOrd="0" destOrd="0" presId="urn:microsoft.com/office/officeart/2008/layout/NameandTitleOrganizationalChart"/>
    <dgm:cxn modelId="{8495AEAD-F01D-4129-B619-BBE8988F3E3C}" type="presParOf" srcId="{8A3CDF3C-5D39-467C-B395-DE0103977E15}" destId="{3305B6BE-2496-4318-A46B-CCBDE2445071}" srcOrd="0" destOrd="0" presId="urn:microsoft.com/office/officeart/2008/layout/NameandTitleOrganizationalChart"/>
    <dgm:cxn modelId="{83764070-1457-4657-A8FF-9634E4FC0CBB}" type="presParOf" srcId="{8A3CDF3C-5D39-467C-B395-DE0103977E15}" destId="{B9D5BAEF-CCD1-4FDB-8423-B7072BAC8B62}" srcOrd="1" destOrd="0" presId="urn:microsoft.com/office/officeart/2008/layout/NameandTitleOrganizationalChart"/>
    <dgm:cxn modelId="{767FD656-1AD6-4419-9B26-EEBA82FE10B1}" type="presParOf" srcId="{8A3CDF3C-5D39-467C-B395-DE0103977E15}" destId="{7491465A-4F13-4921-90C2-24677AE7FFE8}" srcOrd="2" destOrd="0" presId="urn:microsoft.com/office/officeart/2008/layout/NameandTitleOrganizationalChart"/>
    <dgm:cxn modelId="{9CB7F81F-7CB0-443E-B362-83EB30B85C63}" type="presParOf" srcId="{4680F7D9-B9AC-4549-B397-4059BF37CD9B}" destId="{84A134D8-30F6-4E6E-B19D-7E494623063D}" srcOrd="1" destOrd="0" presId="urn:microsoft.com/office/officeart/2008/layout/NameandTitleOrganizationalChart"/>
    <dgm:cxn modelId="{357C6E03-B9DC-4CA0-AB17-930BBD426A0C}" type="presParOf" srcId="{4680F7D9-B9AC-4549-B397-4059BF37CD9B}" destId="{92EBFCB4-A5DA-4335-9A3F-647F1F580BF2}" srcOrd="2" destOrd="0" presId="urn:microsoft.com/office/officeart/2008/layout/NameandTitleOrganizationalChart"/>
    <dgm:cxn modelId="{25B825E7-F987-47A6-95BC-335D7F2FD596}" type="presParOf" srcId="{8DC14950-D735-481F-AB93-CA87853FB046}" destId="{631937C2-0BC1-4578-B426-DE16AABDC5B0}" srcOrd="2" destOrd="0" presId="urn:microsoft.com/office/officeart/2008/layout/NameandTitleOrganizationalChart"/>
    <dgm:cxn modelId="{22383B60-E20A-4B6C-8602-0B84D782D374}" type="presParOf" srcId="{631937C2-0BC1-4578-B426-DE16AABDC5B0}" destId="{C5A80BA1-BE7B-47D8-BFD0-262A508542F3}" srcOrd="0" destOrd="0" presId="urn:microsoft.com/office/officeart/2008/layout/NameandTitleOrganizationalChart"/>
    <dgm:cxn modelId="{11211849-118E-410D-ABB8-333DC5C6EA7C}" type="presParOf" srcId="{631937C2-0BC1-4578-B426-DE16AABDC5B0}" destId="{9066A6B6-0A19-4011-9F59-9B5D3BFF58E4}" srcOrd="1" destOrd="0" presId="urn:microsoft.com/office/officeart/2008/layout/NameandTitleOrganizationalChart"/>
    <dgm:cxn modelId="{1A667E7D-0ABD-4272-B90B-D990A1D42027}" type="presParOf" srcId="{9066A6B6-0A19-4011-9F59-9B5D3BFF58E4}" destId="{2FF10122-2EDF-478E-A63A-D714EBF5C639}" srcOrd="0" destOrd="0" presId="urn:microsoft.com/office/officeart/2008/layout/NameandTitleOrganizationalChart"/>
    <dgm:cxn modelId="{B57BB442-E74A-4D24-8E2F-3329CDAEBAE9}" type="presParOf" srcId="{2FF10122-2EDF-478E-A63A-D714EBF5C639}" destId="{1941A5DF-30EB-44F7-BD6B-D9937B11DB47}" srcOrd="0" destOrd="0" presId="urn:microsoft.com/office/officeart/2008/layout/NameandTitleOrganizationalChart"/>
    <dgm:cxn modelId="{FB20C260-8D9D-42D1-8B0C-988B8198BBA9}" type="presParOf" srcId="{2FF10122-2EDF-478E-A63A-D714EBF5C639}" destId="{252AA506-FD32-4905-BDFC-DE1D26198620}" srcOrd="1" destOrd="0" presId="urn:microsoft.com/office/officeart/2008/layout/NameandTitleOrganizationalChart"/>
    <dgm:cxn modelId="{091513F1-915D-4AE0-8FFC-90B421E8C4B4}" type="presParOf" srcId="{2FF10122-2EDF-478E-A63A-D714EBF5C639}" destId="{9693BCDF-E18B-4921-A697-7E7C77C98867}" srcOrd="2" destOrd="0" presId="urn:microsoft.com/office/officeart/2008/layout/NameandTitleOrganizationalChart"/>
    <dgm:cxn modelId="{397F3E20-DD01-4612-80E8-FFD26A87A40B}" type="presParOf" srcId="{9066A6B6-0A19-4011-9F59-9B5D3BFF58E4}" destId="{677B1900-6EAD-4C0C-B7B3-6109FCC8A2F2}" srcOrd="1" destOrd="0" presId="urn:microsoft.com/office/officeart/2008/layout/NameandTitleOrganizationalChart"/>
    <dgm:cxn modelId="{4400B8E6-EB8F-4D2D-85C3-20CF6CB55F66}" type="presParOf" srcId="{9066A6B6-0A19-4011-9F59-9B5D3BFF58E4}" destId="{21E1063A-D3F1-4208-932B-84CD1E6E1BE0}" srcOrd="2" destOrd="0" presId="urn:microsoft.com/office/officeart/2008/layout/NameandTitleOrganizationalChart"/>
    <dgm:cxn modelId="{227CBE24-F347-44B7-8387-F33E0F1636B6}" type="presParOf" srcId="{C1177F37-11DA-4DE0-AC9E-5F1BF43BD8A9}" destId="{BB8CDCBD-85D6-4C22-8EA8-2F0F60144802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44F9CC-D34C-4FD5-9F46-9591365F4EA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BD00FC9-582B-4D33-BF1F-B2F019888F1D}">
      <dgm:prSet phldrT="[Текст]"/>
      <dgm:spPr>
        <a:solidFill>
          <a:srgbClr val="2E2B21"/>
        </a:solidFill>
        <a:ln>
          <a:noFill/>
        </a:ln>
      </dgm:spPr>
      <dgm:t>
        <a:bodyPr/>
        <a:lstStyle/>
        <a:p>
          <a:r>
            <a:rPr lang="ru-RU" dirty="0">
              <a:latin typeface="Bahnschrift" panose="020B0502040204020203" pitchFamily="34" charset="0"/>
            </a:rPr>
            <a:t>Модуль</a:t>
          </a:r>
        </a:p>
      </dgm:t>
    </dgm:pt>
    <dgm:pt modelId="{37083B52-D08C-4CAC-A6A9-9AE295416A4F}" type="parTrans" cxnId="{500A73B0-7815-4FD9-B599-6C8A516BA919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17F6FA7-A5F2-4A0D-93C6-AF5FFD9C8D35}" type="sibTrans" cxnId="{500A73B0-7815-4FD9-B599-6C8A516BA919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04E3EA9-7E33-439F-AEEB-C258B56A469C}" type="asst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forms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2AF4BA80-07EE-4D99-B7B8-B37F008E6192}" type="parTrans" cxnId="{55EDD11C-12A9-4AFF-9641-A49B2708902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B622139-CFBD-4666-9719-848DC182F7B2}" type="sibTrans" cxnId="{55EDD11C-12A9-4AFF-9641-A49B2708902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AA9F795-4C4A-405E-BDE6-82CD4D52CC5A}">
      <dgm:prSet phldrT="[Текст]"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blueprint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FBB8CBE4-04C3-4ACF-AFC4-E6C38CDBC41E}" type="parTrans" cxnId="{8E7D4067-5781-4568-9BF8-A30BF9ABC2E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3162F41-048E-4199-A313-EEA0BC9FD893}" type="sibTrans" cxnId="{8E7D4067-5781-4568-9BF8-A30BF9ABC2E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6ACF4222-4C89-4FFC-AC2F-50CECAD8E2F2}">
      <dgm:prSet phldrT="[Текст]"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config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4FE79D9F-B7C7-4FB0-8968-30A9DF4929AD}" type="parTrans" cxnId="{B88FFE35-FE88-4F9E-85B7-67A07053A79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7C4B3CD5-2E62-43F5-AAAB-4EE3BE97C18B}" type="sibTrans" cxnId="{B88FFE35-FE88-4F9E-85B7-67A07053A79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9D559330-950B-4C0A-ABD3-84C61CF29706}">
      <dgm:prSet phldrT="[Текст]"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routes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AB8824F0-C77E-4C2A-8D54-DA9872D2F5F3}" type="parTrans" cxnId="{59D7697B-2275-4F6B-8097-7DBE1B02A1E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9A25D44-25F4-4A67-BE40-B1FDAD623CE1}" type="sibTrans" cxnId="{59D7697B-2275-4F6B-8097-7DBE1B02A1E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18DBCFA-2B9B-486F-87DF-6C8C2E9B7D35}" type="asst">
      <dgm:prSet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static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10964DA5-20E0-44DB-BFEC-65866A148E14}" type="parTrans" cxnId="{6FBD6DB4-3859-4B0C-A6EC-28FB874841CF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3EE2675-72AA-41C3-B0D9-5ADBEB13C34E}" type="sibTrans" cxnId="{6FBD6DB4-3859-4B0C-A6EC-28FB874841CF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13C3786-5C9D-4282-8DEC-C449F4924638}" type="asst">
      <dgm:prSet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templates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0A297416-8687-448A-B874-BA596ECC9B09}" type="parTrans" cxnId="{A146D7C5-5723-403E-8269-D38B7EB5F133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19933DC0-2A26-405C-9AA3-9BE1C4685F06}" type="sibTrans" cxnId="{A146D7C5-5723-403E-8269-D38B7EB5F133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D353624F-EDF8-43BE-8566-4BB1BB2623BC}" type="asst">
      <dgm:prSet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rgbClr val="F2F27E"/>
              </a:solidFill>
              <a:latin typeface="Bahnschrift" panose="020B0502040204020203" pitchFamily="34" charset="0"/>
            </a:rPr>
            <a:t>api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12481A59-2EA1-4CA3-854D-AD27CC22B319}" type="parTrans" cxnId="{0BCED9FD-C2DC-4F38-B84F-50BF1C2FA09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DC365068-B5FF-4916-AE11-C58BD12F01B1}" type="sibTrans" cxnId="{0BCED9FD-C2DC-4F38-B84F-50BF1C2FA09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73E99D4B-E9AE-49EF-A7F2-B111840E19C3}" type="pres">
      <dgm:prSet presAssocID="{1A44F9CC-D34C-4FD5-9F46-9591365F4EA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CB4ACC7-B175-40EF-AE27-F00924991647}" type="pres">
      <dgm:prSet presAssocID="{0BD00FC9-582B-4D33-BF1F-B2F019888F1D}" presName="hierRoot1" presStyleCnt="0">
        <dgm:presLayoutVars>
          <dgm:hierBranch val="init"/>
        </dgm:presLayoutVars>
      </dgm:prSet>
      <dgm:spPr/>
    </dgm:pt>
    <dgm:pt modelId="{9DCCE079-CD7A-4E62-9555-CF74C7852FF8}" type="pres">
      <dgm:prSet presAssocID="{0BD00FC9-582B-4D33-BF1F-B2F019888F1D}" presName="rootComposite1" presStyleCnt="0"/>
      <dgm:spPr/>
    </dgm:pt>
    <dgm:pt modelId="{B5EF1843-4982-4A4E-95A3-F2029C98506B}" type="pres">
      <dgm:prSet presAssocID="{0BD00FC9-582B-4D33-BF1F-B2F019888F1D}" presName="rootText1" presStyleLbl="node0" presStyleIdx="0" presStyleCnt="1">
        <dgm:presLayoutVars>
          <dgm:chPref val="3"/>
        </dgm:presLayoutVars>
      </dgm:prSet>
      <dgm:spPr/>
    </dgm:pt>
    <dgm:pt modelId="{50C07581-84E4-4E54-8B6A-7289E6E0B5F7}" type="pres">
      <dgm:prSet presAssocID="{0BD00FC9-582B-4D33-BF1F-B2F019888F1D}" presName="rootConnector1" presStyleLbl="node1" presStyleIdx="0" presStyleCnt="0"/>
      <dgm:spPr/>
    </dgm:pt>
    <dgm:pt modelId="{EB219BAA-8DD5-470F-965D-EAA1C0E3D477}" type="pres">
      <dgm:prSet presAssocID="{0BD00FC9-582B-4D33-BF1F-B2F019888F1D}" presName="hierChild2" presStyleCnt="0"/>
      <dgm:spPr/>
    </dgm:pt>
    <dgm:pt modelId="{83D9476E-EC35-47A7-8274-38D7705ECF6D}" type="pres">
      <dgm:prSet presAssocID="{FBB8CBE4-04C3-4ACF-AFC4-E6C38CDBC41E}" presName="Name37" presStyleLbl="parChTrans1D2" presStyleIdx="0" presStyleCnt="7"/>
      <dgm:spPr/>
    </dgm:pt>
    <dgm:pt modelId="{38C91FDE-85B6-4FE7-8241-9788C3B6EDF0}" type="pres">
      <dgm:prSet presAssocID="{2AA9F795-4C4A-405E-BDE6-82CD4D52CC5A}" presName="hierRoot2" presStyleCnt="0">
        <dgm:presLayoutVars>
          <dgm:hierBranch val="init"/>
        </dgm:presLayoutVars>
      </dgm:prSet>
      <dgm:spPr/>
    </dgm:pt>
    <dgm:pt modelId="{2D90B0F3-C88B-49B7-9EAA-85EF9BB7FED1}" type="pres">
      <dgm:prSet presAssocID="{2AA9F795-4C4A-405E-BDE6-82CD4D52CC5A}" presName="rootComposite" presStyleCnt="0"/>
      <dgm:spPr/>
    </dgm:pt>
    <dgm:pt modelId="{A6AC4933-AEC7-4825-AF63-A8454B2440A6}" type="pres">
      <dgm:prSet presAssocID="{2AA9F795-4C4A-405E-BDE6-82CD4D52CC5A}" presName="rootText" presStyleLbl="node2" presStyleIdx="0" presStyleCnt="3">
        <dgm:presLayoutVars>
          <dgm:chPref val="3"/>
        </dgm:presLayoutVars>
      </dgm:prSet>
      <dgm:spPr/>
    </dgm:pt>
    <dgm:pt modelId="{4DBC53D0-BF82-41B6-81E1-46CABDF629C7}" type="pres">
      <dgm:prSet presAssocID="{2AA9F795-4C4A-405E-BDE6-82CD4D52CC5A}" presName="rootConnector" presStyleLbl="node2" presStyleIdx="0" presStyleCnt="3"/>
      <dgm:spPr/>
    </dgm:pt>
    <dgm:pt modelId="{D7D9E47D-9D94-4041-A0C9-8153986C4DBA}" type="pres">
      <dgm:prSet presAssocID="{2AA9F795-4C4A-405E-BDE6-82CD4D52CC5A}" presName="hierChild4" presStyleCnt="0"/>
      <dgm:spPr/>
    </dgm:pt>
    <dgm:pt modelId="{994D0351-18EF-4931-B0E4-1F4FBF57EE1D}" type="pres">
      <dgm:prSet presAssocID="{2AA9F795-4C4A-405E-BDE6-82CD4D52CC5A}" presName="hierChild5" presStyleCnt="0"/>
      <dgm:spPr/>
    </dgm:pt>
    <dgm:pt modelId="{C83F210F-BA1E-43F2-96C2-ED1FBE5F9652}" type="pres">
      <dgm:prSet presAssocID="{4FE79D9F-B7C7-4FB0-8968-30A9DF4929AD}" presName="Name37" presStyleLbl="parChTrans1D2" presStyleIdx="1" presStyleCnt="7"/>
      <dgm:spPr/>
    </dgm:pt>
    <dgm:pt modelId="{805B5701-9491-4DAF-B1F0-FAC984D1D202}" type="pres">
      <dgm:prSet presAssocID="{6ACF4222-4C89-4FFC-AC2F-50CECAD8E2F2}" presName="hierRoot2" presStyleCnt="0">
        <dgm:presLayoutVars>
          <dgm:hierBranch val="init"/>
        </dgm:presLayoutVars>
      </dgm:prSet>
      <dgm:spPr/>
    </dgm:pt>
    <dgm:pt modelId="{314D4C20-2016-41CA-AC7C-930D9722A278}" type="pres">
      <dgm:prSet presAssocID="{6ACF4222-4C89-4FFC-AC2F-50CECAD8E2F2}" presName="rootComposite" presStyleCnt="0"/>
      <dgm:spPr/>
    </dgm:pt>
    <dgm:pt modelId="{F5964C41-5927-41B9-A4FF-1E545253F755}" type="pres">
      <dgm:prSet presAssocID="{6ACF4222-4C89-4FFC-AC2F-50CECAD8E2F2}" presName="rootText" presStyleLbl="node2" presStyleIdx="1" presStyleCnt="3">
        <dgm:presLayoutVars>
          <dgm:chPref val="3"/>
        </dgm:presLayoutVars>
      </dgm:prSet>
      <dgm:spPr/>
    </dgm:pt>
    <dgm:pt modelId="{1617C2C9-5780-4BF2-9169-4F8E5A013CB9}" type="pres">
      <dgm:prSet presAssocID="{6ACF4222-4C89-4FFC-AC2F-50CECAD8E2F2}" presName="rootConnector" presStyleLbl="node2" presStyleIdx="1" presStyleCnt="3"/>
      <dgm:spPr/>
    </dgm:pt>
    <dgm:pt modelId="{B51C5269-2A0D-42F2-9D73-27260F0DD920}" type="pres">
      <dgm:prSet presAssocID="{6ACF4222-4C89-4FFC-AC2F-50CECAD8E2F2}" presName="hierChild4" presStyleCnt="0"/>
      <dgm:spPr/>
    </dgm:pt>
    <dgm:pt modelId="{A8AE6422-EB9D-495D-B83B-7AB9E0A80FFF}" type="pres">
      <dgm:prSet presAssocID="{6ACF4222-4C89-4FFC-AC2F-50CECAD8E2F2}" presName="hierChild5" presStyleCnt="0"/>
      <dgm:spPr/>
    </dgm:pt>
    <dgm:pt modelId="{5CC00DCC-F427-4EC6-83BB-3DE8A5B15513}" type="pres">
      <dgm:prSet presAssocID="{AB8824F0-C77E-4C2A-8D54-DA9872D2F5F3}" presName="Name37" presStyleLbl="parChTrans1D2" presStyleIdx="2" presStyleCnt="7"/>
      <dgm:spPr/>
    </dgm:pt>
    <dgm:pt modelId="{F47BCE18-DB7D-4DCC-9239-990D2ADAEEC7}" type="pres">
      <dgm:prSet presAssocID="{9D559330-950B-4C0A-ABD3-84C61CF29706}" presName="hierRoot2" presStyleCnt="0">
        <dgm:presLayoutVars>
          <dgm:hierBranch val="init"/>
        </dgm:presLayoutVars>
      </dgm:prSet>
      <dgm:spPr/>
    </dgm:pt>
    <dgm:pt modelId="{8C81BF58-EDEB-41A7-8065-547FCE0AF3CA}" type="pres">
      <dgm:prSet presAssocID="{9D559330-950B-4C0A-ABD3-84C61CF29706}" presName="rootComposite" presStyleCnt="0"/>
      <dgm:spPr/>
    </dgm:pt>
    <dgm:pt modelId="{73543122-FE5D-46A6-98BC-3AF2A8BC7848}" type="pres">
      <dgm:prSet presAssocID="{9D559330-950B-4C0A-ABD3-84C61CF29706}" presName="rootText" presStyleLbl="node2" presStyleIdx="2" presStyleCnt="3">
        <dgm:presLayoutVars>
          <dgm:chPref val="3"/>
        </dgm:presLayoutVars>
      </dgm:prSet>
      <dgm:spPr/>
    </dgm:pt>
    <dgm:pt modelId="{069CB98C-BAA6-48A2-89B8-179ABCEA3EBA}" type="pres">
      <dgm:prSet presAssocID="{9D559330-950B-4C0A-ABD3-84C61CF29706}" presName="rootConnector" presStyleLbl="node2" presStyleIdx="2" presStyleCnt="3"/>
      <dgm:spPr/>
    </dgm:pt>
    <dgm:pt modelId="{55D82B76-C219-46F1-B110-4BB2DC80C601}" type="pres">
      <dgm:prSet presAssocID="{9D559330-950B-4C0A-ABD3-84C61CF29706}" presName="hierChild4" presStyleCnt="0"/>
      <dgm:spPr/>
    </dgm:pt>
    <dgm:pt modelId="{71EFDDBD-4456-4D13-BEBD-654C45F1FEB4}" type="pres">
      <dgm:prSet presAssocID="{9D559330-950B-4C0A-ABD3-84C61CF29706}" presName="hierChild5" presStyleCnt="0"/>
      <dgm:spPr/>
    </dgm:pt>
    <dgm:pt modelId="{E6452B30-C3CE-4F91-AB70-9E6FEB640ED8}" type="pres">
      <dgm:prSet presAssocID="{0BD00FC9-582B-4D33-BF1F-B2F019888F1D}" presName="hierChild3" presStyleCnt="0"/>
      <dgm:spPr/>
    </dgm:pt>
    <dgm:pt modelId="{83CAC251-0EAC-4EAF-B08B-339019EAE538}" type="pres">
      <dgm:prSet presAssocID="{2AF4BA80-07EE-4D99-B7B8-B37F008E6192}" presName="Name111" presStyleLbl="parChTrans1D2" presStyleIdx="3" presStyleCnt="7"/>
      <dgm:spPr/>
    </dgm:pt>
    <dgm:pt modelId="{AE4071BA-37D7-4F2E-961B-D200CE62735B}" type="pres">
      <dgm:prSet presAssocID="{404E3EA9-7E33-439F-AEEB-C258B56A469C}" presName="hierRoot3" presStyleCnt="0">
        <dgm:presLayoutVars>
          <dgm:hierBranch val="init"/>
        </dgm:presLayoutVars>
      </dgm:prSet>
      <dgm:spPr/>
    </dgm:pt>
    <dgm:pt modelId="{BCF06004-7F17-44AD-A02D-DA38C7EBFDDC}" type="pres">
      <dgm:prSet presAssocID="{404E3EA9-7E33-439F-AEEB-C258B56A469C}" presName="rootComposite3" presStyleCnt="0"/>
      <dgm:spPr/>
    </dgm:pt>
    <dgm:pt modelId="{F9262294-5A95-41A5-985F-C1AFFA1D9C2F}" type="pres">
      <dgm:prSet presAssocID="{404E3EA9-7E33-439F-AEEB-C258B56A469C}" presName="rootText3" presStyleLbl="asst1" presStyleIdx="0" presStyleCnt="4">
        <dgm:presLayoutVars>
          <dgm:chPref val="3"/>
        </dgm:presLayoutVars>
      </dgm:prSet>
      <dgm:spPr/>
    </dgm:pt>
    <dgm:pt modelId="{1362B072-2D62-4BC8-996B-0F53F1BD6A15}" type="pres">
      <dgm:prSet presAssocID="{404E3EA9-7E33-439F-AEEB-C258B56A469C}" presName="rootConnector3" presStyleLbl="asst1" presStyleIdx="0" presStyleCnt="4"/>
      <dgm:spPr/>
    </dgm:pt>
    <dgm:pt modelId="{EFF56E51-6606-4A98-AE24-F70C9A0E7189}" type="pres">
      <dgm:prSet presAssocID="{404E3EA9-7E33-439F-AEEB-C258B56A469C}" presName="hierChild6" presStyleCnt="0"/>
      <dgm:spPr/>
    </dgm:pt>
    <dgm:pt modelId="{6C63A331-42E4-472B-BEB7-DA1EF20FE232}" type="pres">
      <dgm:prSet presAssocID="{404E3EA9-7E33-439F-AEEB-C258B56A469C}" presName="hierChild7" presStyleCnt="0"/>
      <dgm:spPr/>
    </dgm:pt>
    <dgm:pt modelId="{B09DF8F9-0C3F-427D-BCE8-FAF0E6801605}" type="pres">
      <dgm:prSet presAssocID="{10964DA5-20E0-44DB-BFEC-65866A148E14}" presName="Name111" presStyleLbl="parChTrans1D2" presStyleIdx="4" presStyleCnt="7"/>
      <dgm:spPr/>
    </dgm:pt>
    <dgm:pt modelId="{9CA8F95E-0BAE-4DA1-A927-80670AE89E34}" type="pres">
      <dgm:prSet presAssocID="{818DBCFA-2B9B-486F-87DF-6C8C2E9B7D35}" presName="hierRoot3" presStyleCnt="0">
        <dgm:presLayoutVars>
          <dgm:hierBranch val="init"/>
        </dgm:presLayoutVars>
      </dgm:prSet>
      <dgm:spPr/>
    </dgm:pt>
    <dgm:pt modelId="{DFE2D0D3-AFA7-45DC-92F1-0A28D14D4E32}" type="pres">
      <dgm:prSet presAssocID="{818DBCFA-2B9B-486F-87DF-6C8C2E9B7D35}" presName="rootComposite3" presStyleCnt="0"/>
      <dgm:spPr/>
    </dgm:pt>
    <dgm:pt modelId="{80BBB867-21DD-4F01-8C5B-E4F0FFAEB812}" type="pres">
      <dgm:prSet presAssocID="{818DBCFA-2B9B-486F-87DF-6C8C2E9B7D35}" presName="rootText3" presStyleLbl="asst1" presStyleIdx="1" presStyleCnt="4">
        <dgm:presLayoutVars>
          <dgm:chPref val="3"/>
        </dgm:presLayoutVars>
      </dgm:prSet>
      <dgm:spPr/>
    </dgm:pt>
    <dgm:pt modelId="{6053DDCB-56BB-4832-B0B2-D5535619DAB8}" type="pres">
      <dgm:prSet presAssocID="{818DBCFA-2B9B-486F-87DF-6C8C2E9B7D35}" presName="rootConnector3" presStyleLbl="asst1" presStyleIdx="1" presStyleCnt="4"/>
      <dgm:spPr/>
    </dgm:pt>
    <dgm:pt modelId="{4702D7FB-8B35-487E-A97C-B76D6FA1EA47}" type="pres">
      <dgm:prSet presAssocID="{818DBCFA-2B9B-486F-87DF-6C8C2E9B7D35}" presName="hierChild6" presStyleCnt="0"/>
      <dgm:spPr/>
    </dgm:pt>
    <dgm:pt modelId="{DB9986D5-8887-4D6F-BC54-0358989C6969}" type="pres">
      <dgm:prSet presAssocID="{818DBCFA-2B9B-486F-87DF-6C8C2E9B7D35}" presName="hierChild7" presStyleCnt="0"/>
      <dgm:spPr/>
    </dgm:pt>
    <dgm:pt modelId="{100FBB48-6AC7-463F-BB77-876457B6BEE4}" type="pres">
      <dgm:prSet presAssocID="{0A297416-8687-448A-B874-BA596ECC9B09}" presName="Name111" presStyleLbl="parChTrans1D2" presStyleIdx="5" presStyleCnt="7"/>
      <dgm:spPr/>
    </dgm:pt>
    <dgm:pt modelId="{2CCC2264-983C-4D9E-8197-E5E5DE55BA63}" type="pres">
      <dgm:prSet presAssocID="{C13C3786-5C9D-4282-8DEC-C449F4924638}" presName="hierRoot3" presStyleCnt="0">
        <dgm:presLayoutVars>
          <dgm:hierBranch val="init"/>
        </dgm:presLayoutVars>
      </dgm:prSet>
      <dgm:spPr/>
    </dgm:pt>
    <dgm:pt modelId="{584EB9C5-1021-4FFF-898B-74E4BB4A3337}" type="pres">
      <dgm:prSet presAssocID="{C13C3786-5C9D-4282-8DEC-C449F4924638}" presName="rootComposite3" presStyleCnt="0"/>
      <dgm:spPr/>
    </dgm:pt>
    <dgm:pt modelId="{B260EA9B-02D1-40DD-AC18-35A126594B5B}" type="pres">
      <dgm:prSet presAssocID="{C13C3786-5C9D-4282-8DEC-C449F4924638}" presName="rootText3" presStyleLbl="asst1" presStyleIdx="2" presStyleCnt="4">
        <dgm:presLayoutVars>
          <dgm:chPref val="3"/>
        </dgm:presLayoutVars>
      </dgm:prSet>
      <dgm:spPr/>
    </dgm:pt>
    <dgm:pt modelId="{BE5A64F1-B1F4-4CC7-B012-5C1EC9FD0CE1}" type="pres">
      <dgm:prSet presAssocID="{C13C3786-5C9D-4282-8DEC-C449F4924638}" presName="rootConnector3" presStyleLbl="asst1" presStyleIdx="2" presStyleCnt="4"/>
      <dgm:spPr/>
    </dgm:pt>
    <dgm:pt modelId="{294C8E3A-65A6-42BF-87DA-F619E321B586}" type="pres">
      <dgm:prSet presAssocID="{C13C3786-5C9D-4282-8DEC-C449F4924638}" presName="hierChild6" presStyleCnt="0"/>
      <dgm:spPr/>
    </dgm:pt>
    <dgm:pt modelId="{441F3DBA-870F-4002-A478-2D575F848F95}" type="pres">
      <dgm:prSet presAssocID="{C13C3786-5C9D-4282-8DEC-C449F4924638}" presName="hierChild7" presStyleCnt="0"/>
      <dgm:spPr/>
    </dgm:pt>
    <dgm:pt modelId="{1E37F05F-D06E-4DB7-AD5F-6749D677011C}" type="pres">
      <dgm:prSet presAssocID="{12481A59-2EA1-4CA3-854D-AD27CC22B319}" presName="Name111" presStyleLbl="parChTrans1D2" presStyleIdx="6" presStyleCnt="7"/>
      <dgm:spPr/>
    </dgm:pt>
    <dgm:pt modelId="{771A887F-A5BA-4CB5-997C-40CD7F814281}" type="pres">
      <dgm:prSet presAssocID="{D353624F-EDF8-43BE-8566-4BB1BB2623BC}" presName="hierRoot3" presStyleCnt="0">
        <dgm:presLayoutVars>
          <dgm:hierBranch val="init"/>
        </dgm:presLayoutVars>
      </dgm:prSet>
      <dgm:spPr/>
    </dgm:pt>
    <dgm:pt modelId="{250918F9-7984-4D81-9DD1-AF406B211500}" type="pres">
      <dgm:prSet presAssocID="{D353624F-EDF8-43BE-8566-4BB1BB2623BC}" presName="rootComposite3" presStyleCnt="0"/>
      <dgm:spPr/>
    </dgm:pt>
    <dgm:pt modelId="{CBFA1BA3-49DD-457E-A697-EDA956C38C80}" type="pres">
      <dgm:prSet presAssocID="{D353624F-EDF8-43BE-8566-4BB1BB2623BC}" presName="rootText3" presStyleLbl="asst1" presStyleIdx="3" presStyleCnt="4">
        <dgm:presLayoutVars>
          <dgm:chPref val="3"/>
        </dgm:presLayoutVars>
      </dgm:prSet>
      <dgm:spPr/>
    </dgm:pt>
    <dgm:pt modelId="{07B0A489-FB48-4098-821F-66A8C5A01882}" type="pres">
      <dgm:prSet presAssocID="{D353624F-EDF8-43BE-8566-4BB1BB2623BC}" presName="rootConnector3" presStyleLbl="asst1" presStyleIdx="3" presStyleCnt="4"/>
      <dgm:spPr/>
    </dgm:pt>
    <dgm:pt modelId="{DF92B12D-F991-4866-AA7A-73EFB79205B9}" type="pres">
      <dgm:prSet presAssocID="{D353624F-EDF8-43BE-8566-4BB1BB2623BC}" presName="hierChild6" presStyleCnt="0"/>
      <dgm:spPr/>
    </dgm:pt>
    <dgm:pt modelId="{3656A615-8B49-4330-B29E-C8D13C36C35F}" type="pres">
      <dgm:prSet presAssocID="{D353624F-EDF8-43BE-8566-4BB1BB2623BC}" presName="hierChild7" presStyleCnt="0"/>
      <dgm:spPr/>
    </dgm:pt>
  </dgm:ptLst>
  <dgm:cxnLst>
    <dgm:cxn modelId="{E435FB12-CE51-45B2-B451-935A5123195E}" type="presOf" srcId="{C13C3786-5C9D-4282-8DEC-C449F4924638}" destId="{BE5A64F1-B1F4-4CC7-B012-5C1EC9FD0CE1}" srcOrd="1" destOrd="0" presId="urn:microsoft.com/office/officeart/2005/8/layout/orgChart1"/>
    <dgm:cxn modelId="{55EDD11C-12A9-4AFF-9641-A49B27089025}" srcId="{0BD00FC9-582B-4D33-BF1F-B2F019888F1D}" destId="{404E3EA9-7E33-439F-AEEB-C258B56A469C}" srcOrd="0" destOrd="0" parTransId="{2AF4BA80-07EE-4D99-B7B8-B37F008E6192}" sibTransId="{AB622139-CFBD-4666-9719-848DC182F7B2}"/>
    <dgm:cxn modelId="{6A05C828-9EBE-4CBA-96F2-31B89DEA16A4}" type="presOf" srcId="{818DBCFA-2B9B-486F-87DF-6C8C2E9B7D35}" destId="{6053DDCB-56BB-4832-B0B2-D5535619DAB8}" srcOrd="1" destOrd="0" presId="urn:microsoft.com/office/officeart/2005/8/layout/orgChart1"/>
    <dgm:cxn modelId="{B88FFE35-FE88-4F9E-85B7-67A07053A796}" srcId="{0BD00FC9-582B-4D33-BF1F-B2F019888F1D}" destId="{6ACF4222-4C89-4FFC-AC2F-50CECAD8E2F2}" srcOrd="2" destOrd="0" parTransId="{4FE79D9F-B7C7-4FB0-8968-30A9DF4929AD}" sibTransId="{7C4B3CD5-2E62-43F5-AAAB-4EE3BE97C18B}"/>
    <dgm:cxn modelId="{BF11C43D-8CD3-4B92-99D1-CF25F77395EC}" type="presOf" srcId="{0BD00FC9-582B-4D33-BF1F-B2F019888F1D}" destId="{B5EF1843-4982-4A4E-95A3-F2029C98506B}" srcOrd="0" destOrd="0" presId="urn:microsoft.com/office/officeart/2005/8/layout/orgChart1"/>
    <dgm:cxn modelId="{8E7D4067-5781-4568-9BF8-A30BF9ABC2E0}" srcId="{0BD00FC9-582B-4D33-BF1F-B2F019888F1D}" destId="{2AA9F795-4C4A-405E-BDE6-82CD4D52CC5A}" srcOrd="1" destOrd="0" parTransId="{FBB8CBE4-04C3-4ACF-AFC4-E6C38CDBC41E}" sibTransId="{C3162F41-048E-4199-A313-EEA0BC9FD893}"/>
    <dgm:cxn modelId="{AB5A0D4B-A431-4EE8-82AE-6D161B38FE51}" type="presOf" srcId="{9D559330-950B-4C0A-ABD3-84C61CF29706}" destId="{069CB98C-BAA6-48A2-89B8-179ABCEA3EBA}" srcOrd="1" destOrd="0" presId="urn:microsoft.com/office/officeart/2005/8/layout/orgChart1"/>
    <dgm:cxn modelId="{56C0B372-535B-4701-B479-A45F5E846DFD}" type="presOf" srcId="{2AF4BA80-07EE-4D99-B7B8-B37F008E6192}" destId="{83CAC251-0EAC-4EAF-B08B-339019EAE538}" srcOrd="0" destOrd="0" presId="urn:microsoft.com/office/officeart/2005/8/layout/orgChart1"/>
    <dgm:cxn modelId="{3D66B972-BDE1-4CA9-B4F0-1B143AB05B7A}" type="presOf" srcId="{2AA9F795-4C4A-405E-BDE6-82CD4D52CC5A}" destId="{A6AC4933-AEC7-4825-AF63-A8454B2440A6}" srcOrd="0" destOrd="0" presId="urn:microsoft.com/office/officeart/2005/8/layout/orgChart1"/>
    <dgm:cxn modelId="{59D7697B-2275-4F6B-8097-7DBE1B02A1E6}" srcId="{0BD00FC9-582B-4D33-BF1F-B2F019888F1D}" destId="{9D559330-950B-4C0A-ABD3-84C61CF29706}" srcOrd="3" destOrd="0" parTransId="{AB8824F0-C77E-4C2A-8D54-DA9872D2F5F3}" sibTransId="{49A25D44-25F4-4A67-BE40-B1FDAD623CE1}"/>
    <dgm:cxn modelId="{3904DF87-FE4D-4944-AEBE-D0FD11EF1432}" type="presOf" srcId="{10964DA5-20E0-44DB-BFEC-65866A148E14}" destId="{B09DF8F9-0C3F-427D-BCE8-FAF0E6801605}" srcOrd="0" destOrd="0" presId="urn:microsoft.com/office/officeart/2005/8/layout/orgChart1"/>
    <dgm:cxn modelId="{8CEF9492-0FCC-4CBF-967C-58E5099A428C}" type="presOf" srcId="{D353624F-EDF8-43BE-8566-4BB1BB2623BC}" destId="{07B0A489-FB48-4098-821F-66A8C5A01882}" srcOrd="1" destOrd="0" presId="urn:microsoft.com/office/officeart/2005/8/layout/orgChart1"/>
    <dgm:cxn modelId="{2744AB92-1187-48F5-B07D-74F3DFD6A409}" type="presOf" srcId="{12481A59-2EA1-4CA3-854D-AD27CC22B319}" destId="{1E37F05F-D06E-4DB7-AD5F-6749D677011C}" srcOrd="0" destOrd="0" presId="urn:microsoft.com/office/officeart/2005/8/layout/orgChart1"/>
    <dgm:cxn modelId="{20D14093-4C86-41E0-98A3-16F70658A602}" type="presOf" srcId="{1A44F9CC-D34C-4FD5-9F46-9591365F4EAE}" destId="{73E99D4B-E9AE-49EF-A7F2-B111840E19C3}" srcOrd="0" destOrd="0" presId="urn:microsoft.com/office/officeart/2005/8/layout/orgChart1"/>
    <dgm:cxn modelId="{77724A93-37E3-417F-B5E8-3AE5CFDC470C}" type="presOf" srcId="{9D559330-950B-4C0A-ABD3-84C61CF29706}" destId="{73543122-FE5D-46A6-98BC-3AF2A8BC7848}" srcOrd="0" destOrd="0" presId="urn:microsoft.com/office/officeart/2005/8/layout/orgChart1"/>
    <dgm:cxn modelId="{500A73B0-7815-4FD9-B599-6C8A516BA919}" srcId="{1A44F9CC-D34C-4FD5-9F46-9591365F4EAE}" destId="{0BD00FC9-582B-4D33-BF1F-B2F019888F1D}" srcOrd="0" destOrd="0" parTransId="{37083B52-D08C-4CAC-A6A9-9AE295416A4F}" sibTransId="{A17F6FA7-A5F2-4A0D-93C6-AF5FFD9C8D35}"/>
    <dgm:cxn modelId="{6FBD6DB4-3859-4B0C-A6EC-28FB874841CF}" srcId="{0BD00FC9-582B-4D33-BF1F-B2F019888F1D}" destId="{818DBCFA-2B9B-486F-87DF-6C8C2E9B7D35}" srcOrd="4" destOrd="0" parTransId="{10964DA5-20E0-44DB-BFEC-65866A148E14}" sibTransId="{43EE2675-72AA-41C3-B0D9-5ADBEB13C34E}"/>
    <dgm:cxn modelId="{6E49FCBD-18D1-47EC-9A92-E84568940685}" type="presOf" srcId="{0A297416-8687-448A-B874-BA596ECC9B09}" destId="{100FBB48-6AC7-463F-BB77-876457B6BEE4}" srcOrd="0" destOrd="0" presId="urn:microsoft.com/office/officeart/2005/8/layout/orgChart1"/>
    <dgm:cxn modelId="{077CD8C3-9651-464C-B137-7FB854DFB101}" type="presOf" srcId="{818DBCFA-2B9B-486F-87DF-6C8C2E9B7D35}" destId="{80BBB867-21DD-4F01-8C5B-E4F0FFAEB812}" srcOrd="0" destOrd="0" presId="urn:microsoft.com/office/officeart/2005/8/layout/orgChart1"/>
    <dgm:cxn modelId="{A146D7C5-5723-403E-8269-D38B7EB5F133}" srcId="{0BD00FC9-582B-4D33-BF1F-B2F019888F1D}" destId="{C13C3786-5C9D-4282-8DEC-C449F4924638}" srcOrd="5" destOrd="0" parTransId="{0A297416-8687-448A-B874-BA596ECC9B09}" sibTransId="{19933DC0-2A26-405C-9AA3-9BE1C4685F06}"/>
    <dgm:cxn modelId="{27CBAECE-ECA3-4A5A-9E71-ECB0CF580957}" type="presOf" srcId="{6ACF4222-4C89-4FFC-AC2F-50CECAD8E2F2}" destId="{1617C2C9-5780-4BF2-9169-4F8E5A013CB9}" srcOrd="1" destOrd="0" presId="urn:microsoft.com/office/officeart/2005/8/layout/orgChart1"/>
    <dgm:cxn modelId="{72A67AD0-3DAC-463D-A512-2AA889040885}" type="presOf" srcId="{6ACF4222-4C89-4FFC-AC2F-50CECAD8E2F2}" destId="{F5964C41-5927-41B9-A4FF-1E545253F755}" srcOrd="0" destOrd="0" presId="urn:microsoft.com/office/officeart/2005/8/layout/orgChart1"/>
    <dgm:cxn modelId="{DFDBC1D2-6BBA-4CEB-8ADD-9542558F4602}" type="presOf" srcId="{AB8824F0-C77E-4C2A-8D54-DA9872D2F5F3}" destId="{5CC00DCC-F427-4EC6-83BB-3DE8A5B15513}" srcOrd="0" destOrd="0" presId="urn:microsoft.com/office/officeart/2005/8/layout/orgChart1"/>
    <dgm:cxn modelId="{34DB4BD8-30E2-4C50-A6D2-704D20BBB1B1}" type="presOf" srcId="{404E3EA9-7E33-439F-AEEB-C258B56A469C}" destId="{1362B072-2D62-4BC8-996B-0F53F1BD6A15}" srcOrd="1" destOrd="0" presId="urn:microsoft.com/office/officeart/2005/8/layout/orgChart1"/>
    <dgm:cxn modelId="{D2186FD8-149C-459D-BC8F-4212CB2AE165}" type="presOf" srcId="{C13C3786-5C9D-4282-8DEC-C449F4924638}" destId="{B260EA9B-02D1-40DD-AC18-35A126594B5B}" srcOrd="0" destOrd="0" presId="urn:microsoft.com/office/officeart/2005/8/layout/orgChart1"/>
    <dgm:cxn modelId="{204EE0D9-C281-4A4F-A3D9-4770A38D6BBF}" type="presOf" srcId="{404E3EA9-7E33-439F-AEEB-C258B56A469C}" destId="{F9262294-5A95-41A5-985F-C1AFFA1D9C2F}" srcOrd="0" destOrd="0" presId="urn:microsoft.com/office/officeart/2005/8/layout/orgChart1"/>
    <dgm:cxn modelId="{F923A9E0-333C-466A-889D-4F6100C593A0}" type="presOf" srcId="{FBB8CBE4-04C3-4ACF-AFC4-E6C38CDBC41E}" destId="{83D9476E-EC35-47A7-8274-38D7705ECF6D}" srcOrd="0" destOrd="0" presId="urn:microsoft.com/office/officeart/2005/8/layout/orgChart1"/>
    <dgm:cxn modelId="{AF4B78F5-9AD0-40EE-8A1C-3C67D2B5984A}" type="presOf" srcId="{2AA9F795-4C4A-405E-BDE6-82CD4D52CC5A}" destId="{4DBC53D0-BF82-41B6-81E1-46CABDF629C7}" srcOrd="1" destOrd="0" presId="urn:microsoft.com/office/officeart/2005/8/layout/orgChart1"/>
    <dgm:cxn modelId="{07ECB1F6-FDC8-4201-9953-2EA375937EE8}" type="presOf" srcId="{D353624F-EDF8-43BE-8566-4BB1BB2623BC}" destId="{CBFA1BA3-49DD-457E-A697-EDA956C38C80}" srcOrd="0" destOrd="0" presId="urn:microsoft.com/office/officeart/2005/8/layout/orgChart1"/>
    <dgm:cxn modelId="{0BCED9FD-C2DC-4F38-B84F-50BF1C2FA09D}" srcId="{0BD00FC9-582B-4D33-BF1F-B2F019888F1D}" destId="{D353624F-EDF8-43BE-8566-4BB1BB2623BC}" srcOrd="6" destOrd="0" parTransId="{12481A59-2EA1-4CA3-854D-AD27CC22B319}" sibTransId="{DC365068-B5FF-4916-AE11-C58BD12F01B1}"/>
    <dgm:cxn modelId="{EB8641FE-A357-4573-A5CB-9F2BF957AFF9}" type="presOf" srcId="{4FE79D9F-B7C7-4FB0-8968-30A9DF4929AD}" destId="{C83F210F-BA1E-43F2-96C2-ED1FBE5F9652}" srcOrd="0" destOrd="0" presId="urn:microsoft.com/office/officeart/2005/8/layout/orgChart1"/>
    <dgm:cxn modelId="{6161B8FF-E64A-4FD0-9FC2-8984F767E33B}" type="presOf" srcId="{0BD00FC9-582B-4D33-BF1F-B2F019888F1D}" destId="{50C07581-84E4-4E54-8B6A-7289E6E0B5F7}" srcOrd="1" destOrd="0" presId="urn:microsoft.com/office/officeart/2005/8/layout/orgChart1"/>
    <dgm:cxn modelId="{BC67BBD6-5AFB-4050-8EA3-9E1CAB2D1A30}" type="presParOf" srcId="{73E99D4B-E9AE-49EF-A7F2-B111840E19C3}" destId="{4CB4ACC7-B175-40EF-AE27-F00924991647}" srcOrd="0" destOrd="0" presId="urn:microsoft.com/office/officeart/2005/8/layout/orgChart1"/>
    <dgm:cxn modelId="{4DEB99AE-74A5-4B84-AAB3-691D418B3780}" type="presParOf" srcId="{4CB4ACC7-B175-40EF-AE27-F00924991647}" destId="{9DCCE079-CD7A-4E62-9555-CF74C7852FF8}" srcOrd="0" destOrd="0" presId="urn:microsoft.com/office/officeart/2005/8/layout/orgChart1"/>
    <dgm:cxn modelId="{5409F601-F2C9-4F25-8191-896D8C190053}" type="presParOf" srcId="{9DCCE079-CD7A-4E62-9555-CF74C7852FF8}" destId="{B5EF1843-4982-4A4E-95A3-F2029C98506B}" srcOrd="0" destOrd="0" presId="urn:microsoft.com/office/officeart/2005/8/layout/orgChart1"/>
    <dgm:cxn modelId="{F652BBB7-4F18-44BA-A6FC-3181391C589C}" type="presParOf" srcId="{9DCCE079-CD7A-4E62-9555-CF74C7852FF8}" destId="{50C07581-84E4-4E54-8B6A-7289E6E0B5F7}" srcOrd="1" destOrd="0" presId="urn:microsoft.com/office/officeart/2005/8/layout/orgChart1"/>
    <dgm:cxn modelId="{4209D1C7-E1E6-41AC-BC1E-A98F91A812DE}" type="presParOf" srcId="{4CB4ACC7-B175-40EF-AE27-F00924991647}" destId="{EB219BAA-8DD5-470F-965D-EAA1C0E3D477}" srcOrd="1" destOrd="0" presId="urn:microsoft.com/office/officeart/2005/8/layout/orgChart1"/>
    <dgm:cxn modelId="{3E24C7CD-9AAA-443C-965F-A71F52940D31}" type="presParOf" srcId="{EB219BAA-8DD5-470F-965D-EAA1C0E3D477}" destId="{83D9476E-EC35-47A7-8274-38D7705ECF6D}" srcOrd="0" destOrd="0" presId="urn:microsoft.com/office/officeart/2005/8/layout/orgChart1"/>
    <dgm:cxn modelId="{EE33A737-522E-445B-AF05-63CFE42F3893}" type="presParOf" srcId="{EB219BAA-8DD5-470F-965D-EAA1C0E3D477}" destId="{38C91FDE-85B6-4FE7-8241-9788C3B6EDF0}" srcOrd="1" destOrd="0" presId="urn:microsoft.com/office/officeart/2005/8/layout/orgChart1"/>
    <dgm:cxn modelId="{DF28AFFC-3BFD-4B2C-A726-097E146A0EBC}" type="presParOf" srcId="{38C91FDE-85B6-4FE7-8241-9788C3B6EDF0}" destId="{2D90B0F3-C88B-49B7-9EAA-85EF9BB7FED1}" srcOrd="0" destOrd="0" presId="urn:microsoft.com/office/officeart/2005/8/layout/orgChart1"/>
    <dgm:cxn modelId="{A376F859-C77D-4A1B-81E4-A5918067F04F}" type="presParOf" srcId="{2D90B0F3-C88B-49B7-9EAA-85EF9BB7FED1}" destId="{A6AC4933-AEC7-4825-AF63-A8454B2440A6}" srcOrd="0" destOrd="0" presId="urn:microsoft.com/office/officeart/2005/8/layout/orgChart1"/>
    <dgm:cxn modelId="{89192D1D-B1E3-48A0-B2D5-82B0F546D3AA}" type="presParOf" srcId="{2D90B0F3-C88B-49B7-9EAA-85EF9BB7FED1}" destId="{4DBC53D0-BF82-41B6-81E1-46CABDF629C7}" srcOrd="1" destOrd="0" presId="urn:microsoft.com/office/officeart/2005/8/layout/orgChart1"/>
    <dgm:cxn modelId="{2556B593-D8E5-46DB-BEF1-7C39E5E08DCB}" type="presParOf" srcId="{38C91FDE-85B6-4FE7-8241-9788C3B6EDF0}" destId="{D7D9E47D-9D94-4041-A0C9-8153986C4DBA}" srcOrd="1" destOrd="0" presId="urn:microsoft.com/office/officeart/2005/8/layout/orgChart1"/>
    <dgm:cxn modelId="{D5BFDE30-E4C8-4F67-B06F-D526DDD5EA95}" type="presParOf" srcId="{38C91FDE-85B6-4FE7-8241-9788C3B6EDF0}" destId="{994D0351-18EF-4931-B0E4-1F4FBF57EE1D}" srcOrd="2" destOrd="0" presId="urn:microsoft.com/office/officeart/2005/8/layout/orgChart1"/>
    <dgm:cxn modelId="{DFE0FD48-79FF-40E1-8B06-70CB9B650722}" type="presParOf" srcId="{EB219BAA-8DD5-470F-965D-EAA1C0E3D477}" destId="{C83F210F-BA1E-43F2-96C2-ED1FBE5F9652}" srcOrd="2" destOrd="0" presId="urn:microsoft.com/office/officeart/2005/8/layout/orgChart1"/>
    <dgm:cxn modelId="{1CD7685B-33CA-4549-8EA8-AD76329EAEDF}" type="presParOf" srcId="{EB219BAA-8DD5-470F-965D-EAA1C0E3D477}" destId="{805B5701-9491-4DAF-B1F0-FAC984D1D202}" srcOrd="3" destOrd="0" presId="urn:microsoft.com/office/officeart/2005/8/layout/orgChart1"/>
    <dgm:cxn modelId="{8F950838-9296-41FC-A28E-4C1E9DC488E8}" type="presParOf" srcId="{805B5701-9491-4DAF-B1F0-FAC984D1D202}" destId="{314D4C20-2016-41CA-AC7C-930D9722A278}" srcOrd="0" destOrd="0" presId="urn:microsoft.com/office/officeart/2005/8/layout/orgChart1"/>
    <dgm:cxn modelId="{D74A546F-DBE6-405F-8F88-23572F9A9866}" type="presParOf" srcId="{314D4C20-2016-41CA-AC7C-930D9722A278}" destId="{F5964C41-5927-41B9-A4FF-1E545253F755}" srcOrd="0" destOrd="0" presId="urn:microsoft.com/office/officeart/2005/8/layout/orgChart1"/>
    <dgm:cxn modelId="{62178214-A702-49CF-85A2-4492746A5FBB}" type="presParOf" srcId="{314D4C20-2016-41CA-AC7C-930D9722A278}" destId="{1617C2C9-5780-4BF2-9169-4F8E5A013CB9}" srcOrd="1" destOrd="0" presId="urn:microsoft.com/office/officeart/2005/8/layout/orgChart1"/>
    <dgm:cxn modelId="{4B257230-4DE8-4657-AFBC-BB5C3B42F1FE}" type="presParOf" srcId="{805B5701-9491-4DAF-B1F0-FAC984D1D202}" destId="{B51C5269-2A0D-42F2-9D73-27260F0DD920}" srcOrd="1" destOrd="0" presId="urn:microsoft.com/office/officeart/2005/8/layout/orgChart1"/>
    <dgm:cxn modelId="{1C5C0C36-AB12-4023-9363-FA8495E83AAB}" type="presParOf" srcId="{805B5701-9491-4DAF-B1F0-FAC984D1D202}" destId="{A8AE6422-EB9D-495D-B83B-7AB9E0A80FFF}" srcOrd="2" destOrd="0" presId="urn:microsoft.com/office/officeart/2005/8/layout/orgChart1"/>
    <dgm:cxn modelId="{27FB47B5-D121-4935-B6D3-355AB874AC00}" type="presParOf" srcId="{EB219BAA-8DD5-470F-965D-EAA1C0E3D477}" destId="{5CC00DCC-F427-4EC6-83BB-3DE8A5B15513}" srcOrd="4" destOrd="0" presId="urn:microsoft.com/office/officeart/2005/8/layout/orgChart1"/>
    <dgm:cxn modelId="{2E9A6D5D-83E8-435E-9E12-108FCE09851E}" type="presParOf" srcId="{EB219BAA-8DD5-470F-965D-EAA1C0E3D477}" destId="{F47BCE18-DB7D-4DCC-9239-990D2ADAEEC7}" srcOrd="5" destOrd="0" presId="urn:microsoft.com/office/officeart/2005/8/layout/orgChart1"/>
    <dgm:cxn modelId="{BD60284D-B7D0-4342-BCA0-89AA39214C01}" type="presParOf" srcId="{F47BCE18-DB7D-4DCC-9239-990D2ADAEEC7}" destId="{8C81BF58-EDEB-41A7-8065-547FCE0AF3CA}" srcOrd="0" destOrd="0" presId="urn:microsoft.com/office/officeart/2005/8/layout/orgChart1"/>
    <dgm:cxn modelId="{80A89720-E852-428C-9B28-1887D49BEDAE}" type="presParOf" srcId="{8C81BF58-EDEB-41A7-8065-547FCE0AF3CA}" destId="{73543122-FE5D-46A6-98BC-3AF2A8BC7848}" srcOrd="0" destOrd="0" presId="urn:microsoft.com/office/officeart/2005/8/layout/orgChart1"/>
    <dgm:cxn modelId="{E81F3E88-BF96-4414-8801-112DF891BD2A}" type="presParOf" srcId="{8C81BF58-EDEB-41A7-8065-547FCE0AF3CA}" destId="{069CB98C-BAA6-48A2-89B8-179ABCEA3EBA}" srcOrd="1" destOrd="0" presId="urn:microsoft.com/office/officeart/2005/8/layout/orgChart1"/>
    <dgm:cxn modelId="{F5E6C948-6767-49E4-8E08-645F7CB2F97A}" type="presParOf" srcId="{F47BCE18-DB7D-4DCC-9239-990D2ADAEEC7}" destId="{55D82B76-C219-46F1-B110-4BB2DC80C601}" srcOrd="1" destOrd="0" presId="urn:microsoft.com/office/officeart/2005/8/layout/orgChart1"/>
    <dgm:cxn modelId="{6FB0AF12-17F9-4828-B53F-C36E3236E745}" type="presParOf" srcId="{F47BCE18-DB7D-4DCC-9239-990D2ADAEEC7}" destId="{71EFDDBD-4456-4D13-BEBD-654C45F1FEB4}" srcOrd="2" destOrd="0" presId="urn:microsoft.com/office/officeart/2005/8/layout/orgChart1"/>
    <dgm:cxn modelId="{BC274C6A-3E5D-4540-97B8-10C46CD89AD5}" type="presParOf" srcId="{4CB4ACC7-B175-40EF-AE27-F00924991647}" destId="{E6452B30-C3CE-4F91-AB70-9E6FEB640ED8}" srcOrd="2" destOrd="0" presId="urn:microsoft.com/office/officeart/2005/8/layout/orgChart1"/>
    <dgm:cxn modelId="{5C582203-17CC-43BA-A5CC-8712E94E4624}" type="presParOf" srcId="{E6452B30-C3CE-4F91-AB70-9E6FEB640ED8}" destId="{83CAC251-0EAC-4EAF-B08B-339019EAE538}" srcOrd="0" destOrd="0" presId="urn:microsoft.com/office/officeart/2005/8/layout/orgChart1"/>
    <dgm:cxn modelId="{C5483063-89A8-4985-A3BA-A329FE9AD456}" type="presParOf" srcId="{E6452B30-C3CE-4F91-AB70-9E6FEB640ED8}" destId="{AE4071BA-37D7-4F2E-961B-D200CE62735B}" srcOrd="1" destOrd="0" presId="urn:microsoft.com/office/officeart/2005/8/layout/orgChart1"/>
    <dgm:cxn modelId="{C2F5262E-F894-411B-A1EA-95081109B040}" type="presParOf" srcId="{AE4071BA-37D7-4F2E-961B-D200CE62735B}" destId="{BCF06004-7F17-44AD-A02D-DA38C7EBFDDC}" srcOrd="0" destOrd="0" presId="urn:microsoft.com/office/officeart/2005/8/layout/orgChart1"/>
    <dgm:cxn modelId="{FC61B382-D626-4E80-BF39-532B2AEBAD47}" type="presParOf" srcId="{BCF06004-7F17-44AD-A02D-DA38C7EBFDDC}" destId="{F9262294-5A95-41A5-985F-C1AFFA1D9C2F}" srcOrd="0" destOrd="0" presId="urn:microsoft.com/office/officeart/2005/8/layout/orgChart1"/>
    <dgm:cxn modelId="{FCA56888-52D1-4834-BEB0-96E389B1F571}" type="presParOf" srcId="{BCF06004-7F17-44AD-A02D-DA38C7EBFDDC}" destId="{1362B072-2D62-4BC8-996B-0F53F1BD6A15}" srcOrd="1" destOrd="0" presId="urn:microsoft.com/office/officeart/2005/8/layout/orgChart1"/>
    <dgm:cxn modelId="{56BA0B74-C43E-4AF9-849D-76620710B2B5}" type="presParOf" srcId="{AE4071BA-37D7-4F2E-961B-D200CE62735B}" destId="{EFF56E51-6606-4A98-AE24-F70C9A0E7189}" srcOrd="1" destOrd="0" presId="urn:microsoft.com/office/officeart/2005/8/layout/orgChart1"/>
    <dgm:cxn modelId="{CF5DFF6F-D22F-48BC-9B9E-ED57BCBCEC7C}" type="presParOf" srcId="{AE4071BA-37D7-4F2E-961B-D200CE62735B}" destId="{6C63A331-42E4-472B-BEB7-DA1EF20FE232}" srcOrd="2" destOrd="0" presId="urn:microsoft.com/office/officeart/2005/8/layout/orgChart1"/>
    <dgm:cxn modelId="{438EEE33-A719-4C17-B60B-C4FEC21492A4}" type="presParOf" srcId="{E6452B30-C3CE-4F91-AB70-9E6FEB640ED8}" destId="{B09DF8F9-0C3F-427D-BCE8-FAF0E6801605}" srcOrd="2" destOrd="0" presId="urn:microsoft.com/office/officeart/2005/8/layout/orgChart1"/>
    <dgm:cxn modelId="{8DAD1ED9-859A-40F2-9B5A-00FEDA9A6DD7}" type="presParOf" srcId="{E6452B30-C3CE-4F91-AB70-9E6FEB640ED8}" destId="{9CA8F95E-0BAE-4DA1-A927-80670AE89E34}" srcOrd="3" destOrd="0" presId="urn:microsoft.com/office/officeart/2005/8/layout/orgChart1"/>
    <dgm:cxn modelId="{33FBE817-9D9D-4D15-9BB2-2DB99A42556D}" type="presParOf" srcId="{9CA8F95E-0BAE-4DA1-A927-80670AE89E34}" destId="{DFE2D0D3-AFA7-45DC-92F1-0A28D14D4E32}" srcOrd="0" destOrd="0" presId="urn:microsoft.com/office/officeart/2005/8/layout/orgChart1"/>
    <dgm:cxn modelId="{33888CE0-8516-44C0-84A6-408346AC4D2D}" type="presParOf" srcId="{DFE2D0D3-AFA7-45DC-92F1-0A28D14D4E32}" destId="{80BBB867-21DD-4F01-8C5B-E4F0FFAEB812}" srcOrd="0" destOrd="0" presId="urn:microsoft.com/office/officeart/2005/8/layout/orgChart1"/>
    <dgm:cxn modelId="{DD269155-3C52-4D56-8809-CF13BDF10843}" type="presParOf" srcId="{DFE2D0D3-AFA7-45DC-92F1-0A28D14D4E32}" destId="{6053DDCB-56BB-4832-B0B2-D5535619DAB8}" srcOrd="1" destOrd="0" presId="urn:microsoft.com/office/officeart/2005/8/layout/orgChart1"/>
    <dgm:cxn modelId="{7F372EE9-A8E9-494C-BD97-8B220716A15D}" type="presParOf" srcId="{9CA8F95E-0BAE-4DA1-A927-80670AE89E34}" destId="{4702D7FB-8B35-487E-A97C-B76D6FA1EA47}" srcOrd="1" destOrd="0" presId="urn:microsoft.com/office/officeart/2005/8/layout/orgChart1"/>
    <dgm:cxn modelId="{25FD7481-46BB-4C11-8321-24CA7096880C}" type="presParOf" srcId="{9CA8F95E-0BAE-4DA1-A927-80670AE89E34}" destId="{DB9986D5-8887-4D6F-BC54-0358989C6969}" srcOrd="2" destOrd="0" presId="urn:microsoft.com/office/officeart/2005/8/layout/orgChart1"/>
    <dgm:cxn modelId="{F2FE4894-FAE3-45BC-880D-862A6B956D27}" type="presParOf" srcId="{E6452B30-C3CE-4F91-AB70-9E6FEB640ED8}" destId="{100FBB48-6AC7-463F-BB77-876457B6BEE4}" srcOrd="4" destOrd="0" presId="urn:microsoft.com/office/officeart/2005/8/layout/orgChart1"/>
    <dgm:cxn modelId="{ABDF20B2-8D42-4D1F-9EFC-2E83D59F6D34}" type="presParOf" srcId="{E6452B30-C3CE-4F91-AB70-9E6FEB640ED8}" destId="{2CCC2264-983C-4D9E-8197-E5E5DE55BA63}" srcOrd="5" destOrd="0" presId="urn:microsoft.com/office/officeart/2005/8/layout/orgChart1"/>
    <dgm:cxn modelId="{2D2A7EFF-1084-454F-A2C1-5FD574D4B927}" type="presParOf" srcId="{2CCC2264-983C-4D9E-8197-E5E5DE55BA63}" destId="{584EB9C5-1021-4FFF-898B-74E4BB4A3337}" srcOrd="0" destOrd="0" presId="urn:microsoft.com/office/officeart/2005/8/layout/orgChart1"/>
    <dgm:cxn modelId="{1A834B55-179C-4138-82AE-2269868F86FD}" type="presParOf" srcId="{584EB9C5-1021-4FFF-898B-74E4BB4A3337}" destId="{B260EA9B-02D1-40DD-AC18-35A126594B5B}" srcOrd="0" destOrd="0" presId="urn:microsoft.com/office/officeart/2005/8/layout/orgChart1"/>
    <dgm:cxn modelId="{90896949-766D-491D-BC43-2DE5364AFC25}" type="presParOf" srcId="{584EB9C5-1021-4FFF-898B-74E4BB4A3337}" destId="{BE5A64F1-B1F4-4CC7-B012-5C1EC9FD0CE1}" srcOrd="1" destOrd="0" presId="urn:microsoft.com/office/officeart/2005/8/layout/orgChart1"/>
    <dgm:cxn modelId="{F9D99388-8287-470C-9E58-F549A0C79B92}" type="presParOf" srcId="{2CCC2264-983C-4D9E-8197-E5E5DE55BA63}" destId="{294C8E3A-65A6-42BF-87DA-F619E321B586}" srcOrd="1" destOrd="0" presId="urn:microsoft.com/office/officeart/2005/8/layout/orgChart1"/>
    <dgm:cxn modelId="{9700B203-89EC-41F5-AEAC-E41E9F47864D}" type="presParOf" srcId="{2CCC2264-983C-4D9E-8197-E5E5DE55BA63}" destId="{441F3DBA-870F-4002-A478-2D575F848F95}" srcOrd="2" destOrd="0" presId="urn:microsoft.com/office/officeart/2005/8/layout/orgChart1"/>
    <dgm:cxn modelId="{B3F52D95-1D41-4F0A-BCE6-9C133717551B}" type="presParOf" srcId="{E6452B30-C3CE-4F91-AB70-9E6FEB640ED8}" destId="{1E37F05F-D06E-4DB7-AD5F-6749D677011C}" srcOrd="6" destOrd="0" presId="urn:microsoft.com/office/officeart/2005/8/layout/orgChart1"/>
    <dgm:cxn modelId="{32118EC3-098D-44D5-B6F1-9A26A2489848}" type="presParOf" srcId="{E6452B30-C3CE-4F91-AB70-9E6FEB640ED8}" destId="{771A887F-A5BA-4CB5-997C-40CD7F814281}" srcOrd="7" destOrd="0" presId="urn:microsoft.com/office/officeart/2005/8/layout/orgChart1"/>
    <dgm:cxn modelId="{536F586E-E8BA-4533-8748-3DF0FFEFC3A5}" type="presParOf" srcId="{771A887F-A5BA-4CB5-997C-40CD7F814281}" destId="{250918F9-7984-4D81-9DD1-AF406B211500}" srcOrd="0" destOrd="0" presId="urn:microsoft.com/office/officeart/2005/8/layout/orgChart1"/>
    <dgm:cxn modelId="{CF22DF22-57D7-4DC3-847B-0F51F4680C32}" type="presParOf" srcId="{250918F9-7984-4D81-9DD1-AF406B211500}" destId="{CBFA1BA3-49DD-457E-A697-EDA956C38C80}" srcOrd="0" destOrd="0" presId="urn:microsoft.com/office/officeart/2005/8/layout/orgChart1"/>
    <dgm:cxn modelId="{15FBD2F9-0CC1-4863-BD8C-BBCED46A235B}" type="presParOf" srcId="{250918F9-7984-4D81-9DD1-AF406B211500}" destId="{07B0A489-FB48-4098-821F-66A8C5A01882}" srcOrd="1" destOrd="0" presId="urn:microsoft.com/office/officeart/2005/8/layout/orgChart1"/>
    <dgm:cxn modelId="{306845B1-9737-4308-8D27-03C55D6BBA48}" type="presParOf" srcId="{771A887F-A5BA-4CB5-997C-40CD7F814281}" destId="{DF92B12D-F991-4866-AA7A-73EFB79205B9}" srcOrd="1" destOrd="0" presId="urn:microsoft.com/office/officeart/2005/8/layout/orgChart1"/>
    <dgm:cxn modelId="{215853BD-188E-4E69-8D28-0EFB55730D81}" type="presParOf" srcId="{771A887F-A5BA-4CB5-997C-40CD7F814281}" destId="{3656A615-8B49-4330-B29E-C8D13C36C35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5C91A1-B469-48BA-8041-3A6F82E72F8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DEEEFFE-83A7-4BBC-BCE0-56C454E0E540}">
      <dgm:prSet phldrT="[Текст]"/>
      <dgm:spPr>
        <a:solidFill>
          <a:srgbClr val="2E2B21"/>
        </a:solidFill>
        <a:ln>
          <a:noFill/>
        </a:ln>
      </dgm:spPr>
      <dgm:t>
        <a:bodyPr/>
        <a:lstStyle/>
        <a:p>
          <a:r>
            <a:rPr lang="en-US" dirty="0">
              <a:latin typeface="Bahnschrift" panose="020B0502040204020203" pitchFamily="34" charset="0"/>
            </a:rPr>
            <a:t>user</a:t>
          </a:r>
          <a:endParaRPr lang="ru-RU" dirty="0">
            <a:latin typeface="Bahnschrift" panose="020B0502040204020203" pitchFamily="34" charset="0"/>
          </a:endParaRPr>
        </a:p>
      </dgm:t>
    </dgm:pt>
    <dgm:pt modelId="{212C2735-7A25-40D5-BD2B-38A987A71667}" type="parTrans" cxnId="{05BA1829-2FEA-453F-B8E2-A5A4FA67BD4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144827A1-D746-4D08-B52B-6EE2DA675194}" type="sibTrans" cxnId="{05BA1829-2FEA-453F-B8E2-A5A4FA67BD4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D2E956D-5FDF-4DF2-8483-79220D215B94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question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531330D7-674C-4B7E-9766-0558D9758E25}" type="parTrans" cxnId="{99DAFBC2-8493-4DB4-BD20-48F9DE8D846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F0CFFA47-788B-4A1E-A53B-8099DCF1A4CE}" type="sibTrans" cxnId="{99DAFBC2-8493-4DB4-BD20-48F9DE8D846A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9CCCE7C3-593D-47EB-9BA3-03331BA5ABA4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tag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1C4CDE12-FCC6-4C9C-912E-3343451F1800}" type="parTrans" cxnId="{C35D6DCA-4148-452E-9E25-2BF2A9DAD97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8EBE223F-E90E-4715-AC27-B0AA079ECCE3}" type="sibTrans" cxnId="{C35D6DCA-4148-452E-9E25-2BF2A9DAD975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FC0C41D-61CE-4AF8-8D68-4FC95590E4D0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comment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A38B9E08-57D1-4965-A2BD-CD1579BD21D8}" type="parTrans" cxnId="{47D29FAC-A5D8-403B-B090-8DB5F467765E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DDB7236F-89C5-4E66-B08F-8861BB87A911}" type="sibTrans" cxnId="{47D29FAC-A5D8-403B-B090-8DB5F467765E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B7326F8-7F83-4776-B288-BB5DCD96032C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favorite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B62EE4D9-B5AA-409B-9718-02571B75FEF5}" type="parTrans" cxnId="{3F4A2613-4C7F-42F1-AE78-10AC1B35B23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0A2EF929-891C-4F18-968C-5F24F3D49BA5}" type="sibTrans" cxnId="{3F4A2613-4C7F-42F1-AE78-10AC1B35B23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6BC9802-ECAC-440C-9D25-C50812124021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rgbClr val="F2F27E"/>
              </a:solidFill>
              <a:latin typeface="Bahnschrift" panose="020B0502040204020203" pitchFamily="34" charset="0"/>
            </a:rPr>
            <a:t>tag_to_question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5B12CF13-C1E6-4DF0-9FBF-5C17FBA029F4}" type="parTrans" cxnId="{88B298A9-2D94-49A0-BF50-849855CA04E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66D7A047-C38A-4A0B-A385-1F061496D97A}" type="sibTrans" cxnId="{88B298A9-2D94-49A0-BF50-849855CA04E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08A2CD11-F079-4F3E-9A37-F4AE7B43B878}">
      <dgm:prSet phldrT="[Текст]"/>
      <dgm:spPr>
        <a:solidFill>
          <a:srgbClr val="2E2B21"/>
        </a:solidFill>
        <a:ln>
          <a:noFill/>
        </a:ln>
      </dgm:spPr>
      <dgm:t>
        <a:bodyPr/>
        <a:lstStyle/>
        <a:p>
          <a:r>
            <a:rPr lang="en-US" dirty="0">
              <a:latin typeface="Bahnschrift" panose="020B0502040204020203" pitchFamily="34" charset="0"/>
            </a:rPr>
            <a:t>qa</a:t>
          </a:r>
          <a:endParaRPr lang="ru-RU" dirty="0">
            <a:latin typeface="Bahnschrift" panose="020B0502040204020203" pitchFamily="34" charset="0"/>
          </a:endParaRPr>
        </a:p>
      </dgm:t>
    </dgm:pt>
    <dgm:pt modelId="{BBB1CD0E-5F06-4B60-8775-8FF20DC59833}" type="parTrans" cxnId="{8277778E-2EFE-4799-9476-776AB3FF6F71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39804E3-4A92-42B3-95C2-395DB9C46B74}" type="sibTrans" cxnId="{8277778E-2EFE-4799-9476-776AB3FF6F71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B7206E6-5A85-463E-B7A9-8FA772F3036C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user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F93441A5-466D-4984-BC50-86A72AA326CF}" type="parTrans" cxnId="{E61A17E6-F735-4D2B-841E-9C2C92A569E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56BACCD1-89DD-423F-9D44-5C2E9AB6B33A}" type="sibTrans" cxnId="{E61A17E6-F735-4D2B-841E-9C2C92A569ED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FF99A8B-37D2-4609-B41F-DEA933961269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friendship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FC13A511-6FD8-4E42-B5DD-5B73DE24FC3F}" type="parTrans" cxnId="{988B9A8A-3AE0-4E6D-9494-E95AB62FB3F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D2CBA8FE-B8E5-47C1-8B46-4764C8CB72EA}" type="sibTrans" cxnId="{988B9A8A-3AE0-4E6D-9494-E95AB62FB3F7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BB59C6E4-A823-4B33-8F52-A10AAE20D9CF}" type="pres">
      <dgm:prSet presAssocID="{E25C91A1-B469-48BA-8041-3A6F82E72F8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56DCA6B-174B-4CF3-A2F3-9B7709B8BDB7}" type="pres">
      <dgm:prSet presAssocID="{1DEEEFFE-83A7-4BBC-BCE0-56C454E0E540}" presName="hierRoot1" presStyleCnt="0">
        <dgm:presLayoutVars>
          <dgm:hierBranch val="init"/>
        </dgm:presLayoutVars>
      </dgm:prSet>
      <dgm:spPr/>
    </dgm:pt>
    <dgm:pt modelId="{EE1A03F6-AF1B-43B5-B77A-BA3621200109}" type="pres">
      <dgm:prSet presAssocID="{1DEEEFFE-83A7-4BBC-BCE0-56C454E0E540}" presName="rootComposite1" presStyleCnt="0"/>
      <dgm:spPr/>
    </dgm:pt>
    <dgm:pt modelId="{3B2D273A-DAF3-4111-85C8-45DFBECEDB04}" type="pres">
      <dgm:prSet presAssocID="{1DEEEFFE-83A7-4BBC-BCE0-56C454E0E540}" presName="rootText1" presStyleLbl="node0" presStyleIdx="0" presStyleCnt="2" custFlipHor="1" custScaleX="181701">
        <dgm:presLayoutVars>
          <dgm:chPref val="3"/>
        </dgm:presLayoutVars>
      </dgm:prSet>
      <dgm:spPr/>
    </dgm:pt>
    <dgm:pt modelId="{07CD0EC7-9002-4A77-B4B0-1C646EFBE594}" type="pres">
      <dgm:prSet presAssocID="{1DEEEFFE-83A7-4BBC-BCE0-56C454E0E540}" presName="rootConnector1" presStyleLbl="node1" presStyleIdx="0" presStyleCnt="0"/>
      <dgm:spPr/>
    </dgm:pt>
    <dgm:pt modelId="{5D93B766-DC26-4DA0-945F-5C95680B1AC0}" type="pres">
      <dgm:prSet presAssocID="{1DEEEFFE-83A7-4BBC-BCE0-56C454E0E540}" presName="hierChild2" presStyleCnt="0"/>
      <dgm:spPr/>
    </dgm:pt>
    <dgm:pt modelId="{2AEC7A67-4E37-4E8D-8B47-E5B84970CC57}" type="pres">
      <dgm:prSet presAssocID="{F93441A5-466D-4984-BC50-86A72AA326CF}" presName="Name64" presStyleLbl="parChTrans1D2" presStyleIdx="0" presStyleCnt="7"/>
      <dgm:spPr/>
    </dgm:pt>
    <dgm:pt modelId="{27887A2B-4C6E-4003-AAB3-B6684FDD1487}" type="pres">
      <dgm:prSet presAssocID="{AB7206E6-5A85-463E-B7A9-8FA772F3036C}" presName="hierRoot2" presStyleCnt="0">
        <dgm:presLayoutVars>
          <dgm:hierBranch val="init"/>
        </dgm:presLayoutVars>
      </dgm:prSet>
      <dgm:spPr/>
    </dgm:pt>
    <dgm:pt modelId="{E4F68993-C0D5-4686-A00D-8067567AA474}" type="pres">
      <dgm:prSet presAssocID="{AB7206E6-5A85-463E-B7A9-8FA772F3036C}" presName="rootComposite" presStyleCnt="0"/>
      <dgm:spPr/>
    </dgm:pt>
    <dgm:pt modelId="{CAA5F636-37EF-4FFF-9CE0-33AEA44BD246}" type="pres">
      <dgm:prSet presAssocID="{AB7206E6-5A85-463E-B7A9-8FA772F3036C}" presName="rootText" presStyleLbl="node2" presStyleIdx="0" presStyleCnt="7" custScaleX="587670">
        <dgm:presLayoutVars>
          <dgm:chPref val="3"/>
        </dgm:presLayoutVars>
      </dgm:prSet>
      <dgm:spPr/>
    </dgm:pt>
    <dgm:pt modelId="{71865533-F47B-4DDE-9911-D8220A1A0569}" type="pres">
      <dgm:prSet presAssocID="{AB7206E6-5A85-463E-B7A9-8FA772F3036C}" presName="rootConnector" presStyleLbl="node2" presStyleIdx="0" presStyleCnt="7"/>
      <dgm:spPr/>
    </dgm:pt>
    <dgm:pt modelId="{0B4B1960-0100-4AFB-AB15-35DD4455F3D5}" type="pres">
      <dgm:prSet presAssocID="{AB7206E6-5A85-463E-B7A9-8FA772F3036C}" presName="hierChild4" presStyleCnt="0"/>
      <dgm:spPr/>
    </dgm:pt>
    <dgm:pt modelId="{ABD4F2FD-8D26-4A7F-A620-21708674A1F1}" type="pres">
      <dgm:prSet presAssocID="{AB7206E6-5A85-463E-B7A9-8FA772F3036C}" presName="hierChild5" presStyleCnt="0"/>
      <dgm:spPr/>
    </dgm:pt>
    <dgm:pt modelId="{25582B86-FA8F-4545-8894-BE11C620A99E}" type="pres">
      <dgm:prSet presAssocID="{FC13A511-6FD8-4E42-B5DD-5B73DE24FC3F}" presName="Name64" presStyleLbl="parChTrans1D2" presStyleIdx="1" presStyleCnt="7"/>
      <dgm:spPr/>
    </dgm:pt>
    <dgm:pt modelId="{B03AC8FA-36BA-44A3-9C90-426D0E16FDE8}" type="pres">
      <dgm:prSet presAssocID="{2FF99A8B-37D2-4609-B41F-DEA933961269}" presName="hierRoot2" presStyleCnt="0">
        <dgm:presLayoutVars>
          <dgm:hierBranch val="init"/>
        </dgm:presLayoutVars>
      </dgm:prSet>
      <dgm:spPr/>
    </dgm:pt>
    <dgm:pt modelId="{2F3A538E-E48B-4827-BD38-432C3B5CDD6D}" type="pres">
      <dgm:prSet presAssocID="{2FF99A8B-37D2-4609-B41F-DEA933961269}" presName="rootComposite" presStyleCnt="0"/>
      <dgm:spPr/>
    </dgm:pt>
    <dgm:pt modelId="{3489669F-8371-45B0-BC8B-8D1AFED95BDF}" type="pres">
      <dgm:prSet presAssocID="{2FF99A8B-37D2-4609-B41F-DEA933961269}" presName="rootText" presStyleLbl="node2" presStyleIdx="1" presStyleCnt="7" custScaleX="587670">
        <dgm:presLayoutVars>
          <dgm:chPref val="3"/>
        </dgm:presLayoutVars>
      </dgm:prSet>
      <dgm:spPr/>
    </dgm:pt>
    <dgm:pt modelId="{A46D0E17-813F-41AC-A96A-E6E5D23F4865}" type="pres">
      <dgm:prSet presAssocID="{2FF99A8B-37D2-4609-B41F-DEA933961269}" presName="rootConnector" presStyleLbl="node2" presStyleIdx="1" presStyleCnt="7"/>
      <dgm:spPr/>
    </dgm:pt>
    <dgm:pt modelId="{4730CFFA-042F-4481-939D-7944D9FBA016}" type="pres">
      <dgm:prSet presAssocID="{2FF99A8B-37D2-4609-B41F-DEA933961269}" presName="hierChild4" presStyleCnt="0"/>
      <dgm:spPr/>
    </dgm:pt>
    <dgm:pt modelId="{552F5C43-FD09-42DF-871C-EBA2BDA1AB68}" type="pres">
      <dgm:prSet presAssocID="{2FF99A8B-37D2-4609-B41F-DEA933961269}" presName="hierChild5" presStyleCnt="0"/>
      <dgm:spPr/>
    </dgm:pt>
    <dgm:pt modelId="{149CF63A-171A-4CDA-8157-945D67227734}" type="pres">
      <dgm:prSet presAssocID="{1DEEEFFE-83A7-4BBC-BCE0-56C454E0E540}" presName="hierChild3" presStyleCnt="0"/>
      <dgm:spPr/>
    </dgm:pt>
    <dgm:pt modelId="{6CF9CEBA-2F8F-4560-9C19-8F0731905AB8}" type="pres">
      <dgm:prSet presAssocID="{08A2CD11-F079-4F3E-9A37-F4AE7B43B878}" presName="hierRoot1" presStyleCnt="0">
        <dgm:presLayoutVars>
          <dgm:hierBranch val="init"/>
        </dgm:presLayoutVars>
      </dgm:prSet>
      <dgm:spPr/>
    </dgm:pt>
    <dgm:pt modelId="{88F63360-1BAD-4610-A3C1-576B44AB159F}" type="pres">
      <dgm:prSet presAssocID="{08A2CD11-F079-4F3E-9A37-F4AE7B43B878}" presName="rootComposite1" presStyleCnt="0"/>
      <dgm:spPr/>
    </dgm:pt>
    <dgm:pt modelId="{6D7B070E-DE4C-4808-A5E2-6E422DBE83AA}" type="pres">
      <dgm:prSet presAssocID="{08A2CD11-F079-4F3E-9A37-F4AE7B43B878}" presName="rootText1" presStyleLbl="node0" presStyleIdx="1" presStyleCnt="2" custScaleX="173192">
        <dgm:presLayoutVars>
          <dgm:chPref val="3"/>
        </dgm:presLayoutVars>
      </dgm:prSet>
      <dgm:spPr/>
    </dgm:pt>
    <dgm:pt modelId="{BB02114D-EA35-4CBD-9F77-C89B8640ACEE}" type="pres">
      <dgm:prSet presAssocID="{08A2CD11-F079-4F3E-9A37-F4AE7B43B878}" presName="rootConnector1" presStyleLbl="node1" presStyleIdx="0" presStyleCnt="0"/>
      <dgm:spPr/>
    </dgm:pt>
    <dgm:pt modelId="{164601EF-AE13-4C6D-8786-FB1F8794858A}" type="pres">
      <dgm:prSet presAssocID="{08A2CD11-F079-4F3E-9A37-F4AE7B43B878}" presName="hierChild2" presStyleCnt="0"/>
      <dgm:spPr/>
    </dgm:pt>
    <dgm:pt modelId="{29DD5A86-47BD-42AA-9C63-83050F0DE686}" type="pres">
      <dgm:prSet presAssocID="{531330D7-674C-4B7E-9766-0558D9758E25}" presName="Name64" presStyleLbl="parChTrans1D2" presStyleIdx="2" presStyleCnt="7"/>
      <dgm:spPr/>
    </dgm:pt>
    <dgm:pt modelId="{83F0EB8D-2C86-41CC-A97E-647FDF15C246}" type="pres">
      <dgm:prSet presAssocID="{AD2E956D-5FDF-4DF2-8483-79220D215B94}" presName="hierRoot2" presStyleCnt="0">
        <dgm:presLayoutVars>
          <dgm:hierBranch val="init"/>
        </dgm:presLayoutVars>
      </dgm:prSet>
      <dgm:spPr/>
    </dgm:pt>
    <dgm:pt modelId="{129DD9A4-6B9E-45E5-BC23-090AD82B3D0C}" type="pres">
      <dgm:prSet presAssocID="{AD2E956D-5FDF-4DF2-8483-79220D215B94}" presName="rootComposite" presStyleCnt="0"/>
      <dgm:spPr/>
    </dgm:pt>
    <dgm:pt modelId="{DDB1AE75-868B-4995-801B-27381FB6CE03}" type="pres">
      <dgm:prSet presAssocID="{AD2E956D-5FDF-4DF2-8483-79220D215B94}" presName="rootText" presStyleLbl="node2" presStyleIdx="2" presStyleCnt="7" custScaleX="595154">
        <dgm:presLayoutVars>
          <dgm:chPref val="3"/>
        </dgm:presLayoutVars>
      </dgm:prSet>
      <dgm:spPr/>
    </dgm:pt>
    <dgm:pt modelId="{DD30952E-E164-4B29-A72A-EB5F5BE5361B}" type="pres">
      <dgm:prSet presAssocID="{AD2E956D-5FDF-4DF2-8483-79220D215B94}" presName="rootConnector" presStyleLbl="node2" presStyleIdx="2" presStyleCnt="7"/>
      <dgm:spPr/>
    </dgm:pt>
    <dgm:pt modelId="{18DAC04C-43E1-4D60-9C0B-735B08444290}" type="pres">
      <dgm:prSet presAssocID="{AD2E956D-5FDF-4DF2-8483-79220D215B94}" presName="hierChild4" presStyleCnt="0"/>
      <dgm:spPr/>
    </dgm:pt>
    <dgm:pt modelId="{4022DCAC-2A66-4F07-BB84-B713A9703385}" type="pres">
      <dgm:prSet presAssocID="{AD2E956D-5FDF-4DF2-8483-79220D215B94}" presName="hierChild5" presStyleCnt="0"/>
      <dgm:spPr/>
    </dgm:pt>
    <dgm:pt modelId="{31E47CA2-354A-4AF7-8AF8-972AF17151DF}" type="pres">
      <dgm:prSet presAssocID="{1C4CDE12-FCC6-4C9C-912E-3343451F1800}" presName="Name64" presStyleLbl="parChTrans1D2" presStyleIdx="3" presStyleCnt="7"/>
      <dgm:spPr/>
    </dgm:pt>
    <dgm:pt modelId="{7332B9D2-C18E-4BFB-84E1-5FEE54E904EC}" type="pres">
      <dgm:prSet presAssocID="{9CCCE7C3-593D-47EB-9BA3-03331BA5ABA4}" presName="hierRoot2" presStyleCnt="0">
        <dgm:presLayoutVars>
          <dgm:hierBranch val="init"/>
        </dgm:presLayoutVars>
      </dgm:prSet>
      <dgm:spPr/>
    </dgm:pt>
    <dgm:pt modelId="{9E4D429D-7A2C-4713-84A6-BC4A143257D3}" type="pres">
      <dgm:prSet presAssocID="{9CCCE7C3-593D-47EB-9BA3-03331BA5ABA4}" presName="rootComposite" presStyleCnt="0"/>
      <dgm:spPr/>
    </dgm:pt>
    <dgm:pt modelId="{565062D6-53CB-468B-855E-C844A0B23A4C}" type="pres">
      <dgm:prSet presAssocID="{9CCCE7C3-593D-47EB-9BA3-03331BA5ABA4}" presName="rootText" presStyleLbl="node2" presStyleIdx="3" presStyleCnt="7" custScaleX="595154">
        <dgm:presLayoutVars>
          <dgm:chPref val="3"/>
        </dgm:presLayoutVars>
      </dgm:prSet>
      <dgm:spPr/>
    </dgm:pt>
    <dgm:pt modelId="{2AE17544-3691-444C-93A7-AC7A17337875}" type="pres">
      <dgm:prSet presAssocID="{9CCCE7C3-593D-47EB-9BA3-03331BA5ABA4}" presName="rootConnector" presStyleLbl="node2" presStyleIdx="3" presStyleCnt="7"/>
      <dgm:spPr/>
    </dgm:pt>
    <dgm:pt modelId="{89F77FF1-AB8D-42F8-97AF-45B5F200606B}" type="pres">
      <dgm:prSet presAssocID="{9CCCE7C3-593D-47EB-9BA3-03331BA5ABA4}" presName="hierChild4" presStyleCnt="0"/>
      <dgm:spPr/>
    </dgm:pt>
    <dgm:pt modelId="{7D1480C1-E0F5-40E1-8778-DE96E565113A}" type="pres">
      <dgm:prSet presAssocID="{9CCCE7C3-593D-47EB-9BA3-03331BA5ABA4}" presName="hierChild5" presStyleCnt="0"/>
      <dgm:spPr/>
    </dgm:pt>
    <dgm:pt modelId="{03E075DF-046B-4758-B8E5-E0C2AE5A6731}" type="pres">
      <dgm:prSet presAssocID="{5B12CF13-C1E6-4DF0-9FBF-5C17FBA029F4}" presName="Name64" presStyleLbl="parChTrans1D2" presStyleIdx="4" presStyleCnt="7"/>
      <dgm:spPr/>
    </dgm:pt>
    <dgm:pt modelId="{21CE5904-F0BD-447F-888E-6112BED60C32}" type="pres">
      <dgm:prSet presAssocID="{B6BC9802-ECAC-440C-9D25-C50812124021}" presName="hierRoot2" presStyleCnt="0">
        <dgm:presLayoutVars>
          <dgm:hierBranch val="init"/>
        </dgm:presLayoutVars>
      </dgm:prSet>
      <dgm:spPr/>
    </dgm:pt>
    <dgm:pt modelId="{EF856B55-EF36-4A2F-96C1-B19328E1AF1F}" type="pres">
      <dgm:prSet presAssocID="{B6BC9802-ECAC-440C-9D25-C50812124021}" presName="rootComposite" presStyleCnt="0"/>
      <dgm:spPr/>
    </dgm:pt>
    <dgm:pt modelId="{D561D2BF-95A3-4BFE-B882-26FDC5F751E0}" type="pres">
      <dgm:prSet presAssocID="{B6BC9802-ECAC-440C-9D25-C50812124021}" presName="rootText" presStyleLbl="node2" presStyleIdx="4" presStyleCnt="7" custScaleX="595154">
        <dgm:presLayoutVars>
          <dgm:chPref val="3"/>
        </dgm:presLayoutVars>
      </dgm:prSet>
      <dgm:spPr/>
    </dgm:pt>
    <dgm:pt modelId="{9B66C1EF-82B3-4375-A841-556657A6C486}" type="pres">
      <dgm:prSet presAssocID="{B6BC9802-ECAC-440C-9D25-C50812124021}" presName="rootConnector" presStyleLbl="node2" presStyleIdx="4" presStyleCnt="7"/>
      <dgm:spPr/>
    </dgm:pt>
    <dgm:pt modelId="{6DF4F9E3-78B1-40AF-BB95-0741F013422E}" type="pres">
      <dgm:prSet presAssocID="{B6BC9802-ECAC-440C-9D25-C50812124021}" presName="hierChild4" presStyleCnt="0"/>
      <dgm:spPr/>
    </dgm:pt>
    <dgm:pt modelId="{54D4CC0F-6809-4CD8-A277-07417A219C9D}" type="pres">
      <dgm:prSet presAssocID="{B6BC9802-ECAC-440C-9D25-C50812124021}" presName="hierChild5" presStyleCnt="0"/>
      <dgm:spPr/>
    </dgm:pt>
    <dgm:pt modelId="{0573168A-2C0B-4BFF-A1D8-6EDA300D5842}" type="pres">
      <dgm:prSet presAssocID="{A38B9E08-57D1-4965-A2BD-CD1579BD21D8}" presName="Name64" presStyleLbl="parChTrans1D2" presStyleIdx="5" presStyleCnt="7"/>
      <dgm:spPr/>
    </dgm:pt>
    <dgm:pt modelId="{7314CC55-FA4C-4813-9556-6BD7DF7C4722}" type="pres">
      <dgm:prSet presAssocID="{EFC0C41D-61CE-4AF8-8D68-4FC95590E4D0}" presName="hierRoot2" presStyleCnt="0">
        <dgm:presLayoutVars>
          <dgm:hierBranch val="init"/>
        </dgm:presLayoutVars>
      </dgm:prSet>
      <dgm:spPr/>
    </dgm:pt>
    <dgm:pt modelId="{94AD6F93-5F1C-485E-BC1D-F324A17AE880}" type="pres">
      <dgm:prSet presAssocID="{EFC0C41D-61CE-4AF8-8D68-4FC95590E4D0}" presName="rootComposite" presStyleCnt="0"/>
      <dgm:spPr/>
    </dgm:pt>
    <dgm:pt modelId="{00D39A10-D851-4A3E-9B52-61B8FFE39536}" type="pres">
      <dgm:prSet presAssocID="{EFC0C41D-61CE-4AF8-8D68-4FC95590E4D0}" presName="rootText" presStyleLbl="node2" presStyleIdx="5" presStyleCnt="7" custScaleX="595154">
        <dgm:presLayoutVars>
          <dgm:chPref val="3"/>
        </dgm:presLayoutVars>
      </dgm:prSet>
      <dgm:spPr/>
    </dgm:pt>
    <dgm:pt modelId="{47122AA3-C0C1-411F-AFF9-758EF55C97A6}" type="pres">
      <dgm:prSet presAssocID="{EFC0C41D-61CE-4AF8-8D68-4FC95590E4D0}" presName="rootConnector" presStyleLbl="node2" presStyleIdx="5" presStyleCnt="7"/>
      <dgm:spPr/>
    </dgm:pt>
    <dgm:pt modelId="{1FE4B677-DE10-487F-9A0E-0255629A15E3}" type="pres">
      <dgm:prSet presAssocID="{EFC0C41D-61CE-4AF8-8D68-4FC95590E4D0}" presName="hierChild4" presStyleCnt="0"/>
      <dgm:spPr/>
    </dgm:pt>
    <dgm:pt modelId="{7E7A9D8D-8665-4FD3-B1C7-AF5903B81A35}" type="pres">
      <dgm:prSet presAssocID="{EFC0C41D-61CE-4AF8-8D68-4FC95590E4D0}" presName="hierChild5" presStyleCnt="0"/>
      <dgm:spPr/>
    </dgm:pt>
    <dgm:pt modelId="{6F7C7898-20F4-49D3-A5E6-004F4FE00AF6}" type="pres">
      <dgm:prSet presAssocID="{B62EE4D9-B5AA-409B-9718-02571B75FEF5}" presName="Name64" presStyleLbl="parChTrans1D2" presStyleIdx="6" presStyleCnt="7"/>
      <dgm:spPr/>
    </dgm:pt>
    <dgm:pt modelId="{A12E3BCC-F1E2-4BF5-9BB9-64140B492EF4}" type="pres">
      <dgm:prSet presAssocID="{4B7326F8-7F83-4776-B288-BB5DCD96032C}" presName="hierRoot2" presStyleCnt="0">
        <dgm:presLayoutVars>
          <dgm:hierBranch val="init"/>
        </dgm:presLayoutVars>
      </dgm:prSet>
      <dgm:spPr/>
    </dgm:pt>
    <dgm:pt modelId="{3A9C87B2-7B74-4A4A-B946-D0B67CAF6B0F}" type="pres">
      <dgm:prSet presAssocID="{4B7326F8-7F83-4776-B288-BB5DCD96032C}" presName="rootComposite" presStyleCnt="0"/>
      <dgm:spPr/>
    </dgm:pt>
    <dgm:pt modelId="{027BFDFC-D098-46B3-8919-3C4BEA158144}" type="pres">
      <dgm:prSet presAssocID="{4B7326F8-7F83-4776-B288-BB5DCD96032C}" presName="rootText" presStyleLbl="node2" presStyleIdx="6" presStyleCnt="7" custScaleX="595154">
        <dgm:presLayoutVars>
          <dgm:chPref val="3"/>
        </dgm:presLayoutVars>
      </dgm:prSet>
      <dgm:spPr/>
    </dgm:pt>
    <dgm:pt modelId="{BE4C80EB-A22E-4747-9FE1-E55AF3BD11CC}" type="pres">
      <dgm:prSet presAssocID="{4B7326F8-7F83-4776-B288-BB5DCD96032C}" presName="rootConnector" presStyleLbl="node2" presStyleIdx="6" presStyleCnt="7"/>
      <dgm:spPr/>
    </dgm:pt>
    <dgm:pt modelId="{C1FC697B-F975-463E-8D60-800836853DE7}" type="pres">
      <dgm:prSet presAssocID="{4B7326F8-7F83-4776-B288-BB5DCD96032C}" presName="hierChild4" presStyleCnt="0"/>
      <dgm:spPr/>
    </dgm:pt>
    <dgm:pt modelId="{E445606E-F8B7-4C93-8BA1-22FB540748D2}" type="pres">
      <dgm:prSet presAssocID="{4B7326F8-7F83-4776-B288-BB5DCD96032C}" presName="hierChild5" presStyleCnt="0"/>
      <dgm:spPr/>
    </dgm:pt>
    <dgm:pt modelId="{76105FCC-C8EA-4140-86D2-2642CCC73747}" type="pres">
      <dgm:prSet presAssocID="{08A2CD11-F079-4F3E-9A37-F4AE7B43B878}" presName="hierChild3" presStyleCnt="0"/>
      <dgm:spPr/>
    </dgm:pt>
  </dgm:ptLst>
  <dgm:cxnLst>
    <dgm:cxn modelId="{AAC0FC0A-F637-4AEC-9406-B30155651938}" type="presOf" srcId="{1DEEEFFE-83A7-4BBC-BCE0-56C454E0E540}" destId="{07CD0EC7-9002-4A77-B4B0-1C646EFBE594}" srcOrd="1" destOrd="0" presId="urn:microsoft.com/office/officeart/2009/3/layout/HorizontalOrganizationChart"/>
    <dgm:cxn modelId="{4792A30B-BF57-451E-9E98-4C5D76A8C071}" type="presOf" srcId="{2FF99A8B-37D2-4609-B41F-DEA933961269}" destId="{3489669F-8371-45B0-BC8B-8D1AFED95BDF}" srcOrd="0" destOrd="0" presId="urn:microsoft.com/office/officeart/2009/3/layout/HorizontalOrganizationChart"/>
    <dgm:cxn modelId="{3F4A2613-4C7F-42F1-AE78-10AC1B35B237}" srcId="{08A2CD11-F079-4F3E-9A37-F4AE7B43B878}" destId="{4B7326F8-7F83-4776-B288-BB5DCD96032C}" srcOrd="4" destOrd="0" parTransId="{B62EE4D9-B5AA-409B-9718-02571B75FEF5}" sibTransId="{0A2EF929-891C-4F18-968C-5F24F3D49BA5}"/>
    <dgm:cxn modelId="{65C5A417-273E-418D-BB9B-8642C37351C7}" type="presOf" srcId="{08A2CD11-F079-4F3E-9A37-F4AE7B43B878}" destId="{BB02114D-EA35-4CBD-9F77-C89B8640ACEE}" srcOrd="1" destOrd="0" presId="urn:microsoft.com/office/officeart/2009/3/layout/HorizontalOrganizationChart"/>
    <dgm:cxn modelId="{C5625720-310B-44E0-9DD0-CD2D2EC4F236}" type="presOf" srcId="{E25C91A1-B469-48BA-8041-3A6F82E72F8D}" destId="{BB59C6E4-A823-4B33-8F52-A10AAE20D9CF}" srcOrd="0" destOrd="0" presId="urn:microsoft.com/office/officeart/2009/3/layout/HorizontalOrganizationChart"/>
    <dgm:cxn modelId="{05BA1829-2FEA-453F-B8E2-A5A4FA67BD4D}" srcId="{E25C91A1-B469-48BA-8041-3A6F82E72F8D}" destId="{1DEEEFFE-83A7-4BBC-BCE0-56C454E0E540}" srcOrd="0" destOrd="0" parTransId="{212C2735-7A25-40D5-BD2B-38A987A71667}" sibTransId="{144827A1-D746-4D08-B52B-6EE2DA675194}"/>
    <dgm:cxn modelId="{7EB25434-B09F-4CD5-A552-A5924250C45E}" type="presOf" srcId="{531330D7-674C-4B7E-9766-0558D9758E25}" destId="{29DD5A86-47BD-42AA-9C63-83050F0DE686}" srcOrd="0" destOrd="0" presId="urn:microsoft.com/office/officeart/2009/3/layout/HorizontalOrganizationChart"/>
    <dgm:cxn modelId="{0E269065-7BA0-4F6F-82AE-0EB1A6A39068}" type="presOf" srcId="{5B12CF13-C1E6-4DF0-9FBF-5C17FBA029F4}" destId="{03E075DF-046B-4758-B8E5-E0C2AE5A6731}" srcOrd="0" destOrd="0" presId="urn:microsoft.com/office/officeart/2009/3/layout/HorizontalOrganizationChart"/>
    <dgm:cxn modelId="{6098636C-6DB8-4196-9D9E-15F3CC32E365}" type="presOf" srcId="{4B7326F8-7F83-4776-B288-BB5DCD96032C}" destId="{027BFDFC-D098-46B3-8919-3C4BEA158144}" srcOrd="0" destOrd="0" presId="urn:microsoft.com/office/officeart/2009/3/layout/HorizontalOrganizationChart"/>
    <dgm:cxn modelId="{E7B96D6E-8606-482C-BC43-838D9F28536C}" type="presOf" srcId="{2FF99A8B-37D2-4609-B41F-DEA933961269}" destId="{A46D0E17-813F-41AC-A96A-E6E5D23F4865}" srcOrd="1" destOrd="0" presId="urn:microsoft.com/office/officeart/2009/3/layout/HorizontalOrganizationChart"/>
    <dgm:cxn modelId="{DF0D2B79-A962-47D5-9A95-49DACC0A499A}" type="presOf" srcId="{AB7206E6-5A85-463E-B7A9-8FA772F3036C}" destId="{71865533-F47B-4DDE-9911-D8220A1A0569}" srcOrd="1" destOrd="0" presId="urn:microsoft.com/office/officeart/2009/3/layout/HorizontalOrganizationChart"/>
    <dgm:cxn modelId="{62148959-93CB-42D5-8D2F-67EA29FBC202}" type="presOf" srcId="{9CCCE7C3-593D-47EB-9BA3-03331BA5ABA4}" destId="{2AE17544-3691-444C-93A7-AC7A17337875}" srcOrd="1" destOrd="0" presId="urn:microsoft.com/office/officeart/2009/3/layout/HorizontalOrganizationChart"/>
    <dgm:cxn modelId="{D1AA1B87-B601-4EEB-90EC-E162B8645CE8}" type="presOf" srcId="{AD2E956D-5FDF-4DF2-8483-79220D215B94}" destId="{DDB1AE75-868B-4995-801B-27381FB6CE03}" srcOrd="0" destOrd="0" presId="urn:microsoft.com/office/officeart/2009/3/layout/HorizontalOrganizationChart"/>
    <dgm:cxn modelId="{988B9A8A-3AE0-4E6D-9494-E95AB62FB3F7}" srcId="{1DEEEFFE-83A7-4BBC-BCE0-56C454E0E540}" destId="{2FF99A8B-37D2-4609-B41F-DEA933961269}" srcOrd="1" destOrd="0" parTransId="{FC13A511-6FD8-4E42-B5DD-5B73DE24FC3F}" sibTransId="{D2CBA8FE-B8E5-47C1-8B46-4764C8CB72EA}"/>
    <dgm:cxn modelId="{8277778E-2EFE-4799-9476-776AB3FF6F71}" srcId="{E25C91A1-B469-48BA-8041-3A6F82E72F8D}" destId="{08A2CD11-F079-4F3E-9A37-F4AE7B43B878}" srcOrd="1" destOrd="0" parTransId="{BBB1CD0E-5F06-4B60-8775-8FF20DC59833}" sibTransId="{A39804E3-4A92-42B3-95C2-395DB9C46B74}"/>
    <dgm:cxn modelId="{7EA57390-5BBC-4797-9C79-5D6419AF4C87}" type="presOf" srcId="{EFC0C41D-61CE-4AF8-8D68-4FC95590E4D0}" destId="{00D39A10-D851-4A3E-9B52-61B8FFE39536}" srcOrd="0" destOrd="0" presId="urn:microsoft.com/office/officeart/2009/3/layout/HorizontalOrganizationChart"/>
    <dgm:cxn modelId="{9F1C5A93-5BE2-46A0-9111-642A7772D865}" type="presOf" srcId="{4B7326F8-7F83-4776-B288-BB5DCD96032C}" destId="{BE4C80EB-A22E-4747-9FE1-E55AF3BD11CC}" srcOrd="1" destOrd="0" presId="urn:microsoft.com/office/officeart/2009/3/layout/HorizontalOrganizationChart"/>
    <dgm:cxn modelId="{E872D798-E2D2-4D91-9FDE-99DBA24992A6}" type="presOf" srcId="{B6BC9802-ECAC-440C-9D25-C50812124021}" destId="{D561D2BF-95A3-4BFE-B882-26FDC5F751E0}" srcOrd="0" destOrd="0" presId="urn:microsoft.com/office/officeart/2009/3/layout/HorizontalOrganizationChart"/>
    <dgm:cxn modelId="{7B34029B-1B0C-467D-87FB-51CE44B17E3E}" type="presOf" srcId="{B62EE4D9-B5AA-409B-9718-02571B75FEF5}" destId="{6F7C7898-20F4-49D3-A5E6-004F4FE00AF6}" srcOrd="0" destOrd="0" presId="urn:microsoft.com/office/officeart/2009/3/layout/HorizontalOrganizationChart"/>
    <dgm:cxn modelId="{B0242C9C-DCFA-4C0C-8B2C-FB068635526B}" type="presOf" srcId="{FC13A511-6FD8-4E42-B5DD-5B73DE24FC3F}" destId="{25582B86-FA8F-4545-8894-BE11C620A99E}" srcOrd="0" destOrd="0" presId="urn:microsoft.com/office/officeart/2009/3/layout/HorizontalOrganizationChart"/>
    <dgm:cxn modelId="{88B298A9-2D94-49A0-BF50-849855CA04E4}" srcId="{08A2CD11-F079-4F3E-9A37-F4AE7B43B878}" destId="{B6BC9802-ECAC-440C-9D25-C50812124021}" srcOrd="2" destOrd="0" parTransId="{5B12CF13-C1E6-4DF0-9FBF-5C17FBA029F4}" sibTransId="{66D7A047-C38A-4A0B-A385-1F061496D97A}"/>
    <dgm:cxn modelId="{47D29FAC-A5D8-403B-B090-8DB5F467765E}" srcId="{08A2CD11-F079-4F3E-9A37-F4AE7B43B878}" destId="{EFC0C41D-61CE-4AF8-8D68-4FC95590E4D0}" srcOrd="3" destOrd="0" parTransId="{A38B9E08-57D1-4965-A2BD-CD1579BD21D8}" sibTransId="{DDB7236F-89C5-4E66-B08F-8861BB87A911}"/>
    <dgm:cxn modelId="{178074AE-FB5B-4740-B3BA-4919E30DE983}" type="presOf" srcId="{08A2CD11-F079-4F3E-9A37-F4AE7B43B878}" destId="{6D7B070E-DE4C-4808-A5E2-6E422DBE83AA}" srcOrd="0" destOrd="0" presId="urn:microsoft.com/office/officeart/2009/3/layout/HorizontalOrganizationChart"/>
    <dgm:cxn modelId="{EFE2E4B9-AEF0-4C91-8121-6BCD97C2EA3C}" type="presOf" srcId="{9CCCE7C3-593D-47EB-9BA3-03331BA5ABA4}" destId="{565062D6-53CB-468B-855E-C844A0B23A4C}" srcOrd="0" destOrd="0" presId="urn:microsoft.com/office/officeart/2009/3/layout/HorizontalOrganizationChart"/>
    <dgm:cxn modelId="{3718AEC0-0005-470F-9427-D69D75D7EE1D}" type="presOf" srcId="{B6BC9802-ECAC-440C-9D25-C50812124021}" destId="{9B66C1EF-82B3-4375-A841-556657A6C486}" srcOrd="1" destOrd="0" presId="urn:microsoft.com/office/officeart/2009/3/layout/HorizontalOrganizationChart"/>
    <dgm:cxn modelId="{99DAFBC2-8493-4DB4-BD20-48F9DE8D846A}" srcId="{08A2CD11-F079-4F3E-9A37-F4AE7B43B878}" destId="{AD2E956D-5FDF-4DF2-8483-79220D215B94}" srcOrd="0" destOrd="0" parTransId="{531330D7-674C-4B7E-9766-0558D9758E25}" sibTransId="{F0CFFA47-788B-4A1E-A53B-8099DCF1A4CE}"/>
    <dgm:cxn modelId="{6D430AC4-40EB-4DC3-B93B-75FCF010AF29}" type="presOf" srcId="{1DEEEFFE-83A7-4BBC-BCE0-56C454E0E540}" destId="{3B2D273A-DAF3-4111-85C8-45DFBECEDB04}" srcOrd="0" destOrd="0" presId="urn:microsoft.com/office/officeart/2009/3/layout/HorizontalOrganizationChart"/>
    <dgm:cxn modelId="{C35D6DCA-4148-452E-9E25-2BF2A9DAD975}" srcId="{08A2CD11-F079-4F3E-9A37-F4AE7B43B878}" destId="{9CCCE7C3-593D-47EB-9BA3-03331BA5ABA4}" srcOrd="1" destOrd="0" parTransId="{1C4CDE12-FCC6-4C9C-912E-3343451F1800}" sibTransId="{8EBE223F-E90E-4715-AC27-B0AA079ECCE3}"/>
    <dgm:cxn modelId="{9A9C10CD-E47F-4BB9-949A-B2EEE413EB15}" type="presOf" srcId="{F93441A5-466D-4984-BC50-86A72AA326CF}" destId="{2AEC7A67-4E37-4E8D-8B47-E5B84970CC57}" srcOrd="0" destOrd="0" presId="urn:microsoft.com/office/officeart/2009/3/layout/HorizontalOrganizationChart"/>
    <dgm:cxn modelId="{B32E83CD-2D08-4E0F-A33C-3240C38CBCEC}" type="presOf" srcId="{AD2E956D-5FDF-4DF2-8483-79220D215B94}" destId="{DD30952E-E164-4B29-A72A-EB5F5BE5361B}" srcOrd="1" destOrd="0" presId="urn:microsoft.com/office/officeart/2009/3/layout/HorizontalOrganizationChart"/>
    <dgm:cxn modelId="{0EF6FDD0-0FE0-45EA-9270-51341EDD0F80}" type="presOf" srcId="{A38B9E08-57D1-4965-A2BD-CD1579BD21D8}" destId="{0573168A-2C0B-4BFF-A1D8-6EDA300D5842}" srcOrd="0" destOrd="0" presId="urn:microsoft.com/office/officeart/2009/3/layout/HorizontalOrganizationChart"/>
    <dgm:cxn modelId="{6ACC28D2-329B-4ABD-AA0B-2C8566573678}" type="presOf" srcId="{EFC0C41D-61CE-4AF8-8D68-4FC95590E4D0}" destId="{47122AA3-C0C1-411F-AFF9-758EF55C97A6}" srcOrd="1" destOrd="0" presId="urn:microsoft.com/office/officeart/2009/3/layout/HorizontalOrganizationChart"/>
    <dgm:cxn modelId="{E61A17E6-F735-4D2B-841E-9C2C92A569ED}" srcId="{1DEEEFFE-83A7-4BBC-BCE0-56C454E0E540}" destId="{AB7206E6-5A85-463E-B7A9-8FA772F3036C}" srcOrd="0" destOrd="0" parTransId="{F93441A5-466D-4984-BC50-86A72AA326CF}" sibTransId="{56BACCD1-89DD-423F-9D44-5C2E9AB6B33A}"/>
    <dgm:cxn modelId="{705EC3F2-0B86-48AD-B2D3-94E8552E7DC1}" type="presOf" srcId="{AB7206E6-5A85-463E-B7A9-8FA772F3036C}" destId="{CAA5F636-37EF-4FFF-9CE0-33AEA44BD246}" srcOrd="0" destOrd="0" presId="urn:microsoft.com/office/officeart/2009/3/layout/HorizontalOrganizationChart"/>
    <dgm:cxn modelId="{754262FF-51E8-4E18-8E15-D6FEFE0FF43D}" type="presOf" srcId="{1C4CDE12-FCC6-4C9C-912E-3343451F1800}" destId="{31E47CA2-354A-4AF7-8AF8-972AF17151DF}" srcOrd="0" destOrd="0" presId="urn:microsoft.com/office/officeart/2009/3/layout/HorizontalOrganizationChart"/>
    <dgm:cxn modelId="{1ED65BF2-FB3C-4F55-B5C1-8F343AA634D1}" type="presParOf" srcId="{BB59C6E4-A823-4B33-8F52-A10AAE20D9CF}" destId="{B56DCA6B-174B-4CF3-A2F3-9B7709B8BDB7}" srcOrd="0" destOrd="0" presId="urn:microsoft.com/office/officeart/2009/3/layout/HorizontalOrganizationChart"/>
    <dgm:cxn modelId="{192D7315-FCC7-4613-876C-1CD7325EFCE3}" type="presParOf" srcId="{B56DCA6B-174B-4CF3-A2F3-9B7709B8BDB7}" destId="{EE1A03F6-AF1B-43B5-B77A-BA3621200109}" srcOrd="0" destOrd="0" presId="urn:microsoft.com/office/officeart/2009/3/layout/HorizontalOrganizationChart"/>
    <dgm:cxn modelId="{8977221D-606B-4A39-868D-D333294BC2A2}" type="presParOf" srcId="{EE1A03F6-AF1B-43B5-B77A-BA3621200109}" destId="{3B2D273A-DAF3-4111-85C8-45DFBECEDB04}" srcOrd="0" destOrd="0" presId="urn:microsoft.com/office/officeart/2009/3/layout/HorizontalOrganizationChart"/>
    <dgm:cxn modelId="{2216230D-3A1D-4302-84AB-90BA7D9A21A6}" type="presParOf" srcId="{EE1A03F6-AF1B-43B5-B77A-BA3621200109}" destId="{07CD0EC7-9002-4A77-B4B0-1C646EFBE594}" srcOrd="1" destOrd="0" presId="urn:microsoft.com/office/officeart/2009/3/layout/HorizontalOrganizationChart"/>
    <dgm:cxn modelId="{4FBC2069-411D-4192-943D-3A359955D936}" type="presParOf" srcId="{B56DCA6B-174B-4CF3-A2F3-9B7709B8BDB7}" destId="{5D93B766-DC26-4DA0-945F-5C95680B1AC0}" srcOrd="1" destOrd="0" presId="urn:microsoft.com/office/officeart/2009/3/layout/HorizontalOrganizationChart"/>
    <dgm:cxn modelId="{A3457BB0-7DE7-4109-AD12-B00E0AAD921B}" type="presParOf" srcId="{5D93B766-DC26-4DA0-945F-5C95680B1AC0}" destId="{2AEC7A67-4E37-4E8D-8B47-E5B84970CC57}" srcOrd="0" destOrd="0" presId="urn:microsoft.com/office/officeart/2009/3/layout/HorizontalOrganizationChart"/>
    <dgm:cxn modelId="{F9B991DF-3D94-4D49-A571-84476415B095}" type="presParOf" srcId="{5D93B766-DC26-4DA0-945F-5C95680B1AC0}" destId="{27887A2B-4C6E-4003-AAB3-B6684FDD1487}" srcOrd="1" destOrd="0" presId="urn:microsoft.com/office/officeart/2009/3/layout/HorizontalOrganizationChart"/>
    <dgm:cxn modelId="{510789DF-0DC9-4DB8-9290-252EC31BA805}" type="presParOf" srcId="{27887A2B-4C6E-4003-AAB3-B6684FDD1487}" destId="{E4F68993-C0D5-4686-A00D-8067567AA474}" srcOrd="0" destOrd="0" presId="urn:microsoft.com/office/officeart/2009/3/layout/HorizontalOrganizationChart"/>
    <dgm:cxn modelId="{CE3D592E-8861-4A4B-8DE3-A30751B6E2A7}" type="presParOf" srcId="{E4F68993-C0D5-4686-A00D-8067567AA474}" destId="{CAA5F636-37EF-4FFF-9CE0-33AEA44BD246}" srcOrd="0" destOrd="0" presId="urn:microsoft.com/office/officeart/2009/3/layout/HorizontalOrganizationChart"/>
    <dgm:cxn modelId="{DFCEA7DE-1635-45D9-98F6-1B187737A20A}" type="presParOf" srcId="{E4F68993-C0D5-4686-A00D-8067567AA474}" destId="{71865533-F47B-4DDE-9911-D8220A1A0569}" srcOrd="1" destOrd="0" presId="urn:microsoft.com/office/officeart/2009/3/layout/HorizontalOrganizationChart"/>
    <dgm:cxn modelId="{A3904842-BB4B-498C-9FE2-DB7D6E3D2EE1}" type="presParOf" srcId="{27887A2B-4C6E-4003-AAB3-B6684FDD1487}" destId="{0B4B1960-0100-4AFB-AB15-35DD4455F3D5}" srcOrd="1" destOrd="0" presId="urn:microsoft.com/office/officeart/2009/3/layout/HorizontalOrganizationChart"/>
    <dgm:cxn modelId="{C4E25F7E-DFB2-4155-9693-48216EFD9BC5}" type="presParOf" srcId="{27887A2B-4C6E-4003-AAB3-B6684FDD1487}" destId="{ABD4F2FD-8D26-4A7F-A620-21708674A1F1}" srcOrd="2" destOrd="0" presId="urn:microsoft.com/office/officeart/2009/3/layout/HorizontalOrganizationChart"/>
    <dgm:cxn modelId="{5D0B3D9F-F97B-4A3F-88BB-E7889551DF9C}" type="presParOf" srcId="{5D93B766-DC26-4DA0-945F-5C95680B1AC0}" destId="{25582B86-FA8F-4545-8894-BE11C620A99E}" srcOrd="2" destOrd="0" presId="urn:microsoft.com/office/officeart/2009/3/layout/HorizontalOrganizationChart"/>
    <dgm:cxn modelId="{ACD33E02-5E1A-4585-B552-F74109FFF96D}" type="presParOf" srcId="{5D93B766-DC26-4DA0-945F-5C95680B1AC0}" destId="{B03AC8FA-36BA-44A3-9C90-426D0E16FDE8}" srcOrd="3" destOrd="0" presId="urn:microsoft.com/office/officeart/2009/3/layout/HorizontalOrganizationChart"/>
    <dgm:cxn modelId="{52F4FCB2-533F-4CEA-BBAE-1B11029A0C5F}" type="presParOf" srcId="{B03AC8FA-36BA-44A3-9C90-426D0E16FDE8}" destId="{2F3A538E-E48B-4827-BD38-432C3B5CDD6D}" srcOrd="0" destOrd="0" presId="urn:microsoft.com/office/officeart/2009/3/layout/HorizontalOrganizationChart"/>
    <dgm:cxn modelId="{031F657B-3F85-4F83-9637-FD6A28D853C0}" type="presParOf" srcId="{2F3A538E-E48B-4827-BD38-432C3B5CDD6D}" destId="{3489669F-8371-45B0-BC8B-8D1AFED95BDF}" srcOrd="0" destOrd="0" presId="urn:microsoft.com/office/officeart/2009/3/layout/HorizontalOrganizationChart"/>
    <dgm:cxn modelId="{1AB1674C-10FA-4D91-BC5C-CC8D49AA69AE}" type="presParOf" srcId="{2F3A538E-E48B-4827-BD38-432C3B5CDD6D}" destId="{A46D0E17-813F-41AC-A96A-E6E5D23F4865}" srcOrd="1" destOrd="0" presId="urn:microsoft.com/office/officeart/2009/3/layout/HorizontalOrganizationChart"/>
    <dgm:cxn modelId="{DF569B15-21F8-4F7F-A1D5-089AE48F1FBF}" type="presParOf" srcId="{B03AC8FA-36BA-44A3-9C90-426D0E16FDE8}" destId="{4730CFFA-042F-4481-939D-7944D9FBA016}" srcOrd="1" destOrd="0" presId="urn:microsoft.com/office/officeart/2009/3/layout/HorizontalOrganizationChart"/>
    <dgm:cxn modelId="{A5F6840E-8495-46D4-8E20-503B1E543450}" type="presParOf" srcId="{B03AC8FA-36BA-44A3-9C90-426D0E16FDE8}" destId="{552F5C43-FD09-42DF-871C-EBA2BDA1AB68}" srcOrd="2" destOrd="0" presId="urn:microsoft.com/office/officeart/2009/3/layout/HorizontalOrganizationChart"/>
    <dgm:cxn modelId="{CE7BD080-493D-435F-94E7-4A938CD16590}" type="presParOf" srcId="{B56DCA6B-174B-4CF3-A2F3-9B7709B8BDB7}" destId="{149CF63A-171A-4CDA-8157-945D67227734}" srcOrd="2" destOrd="0" presId="urn:microsoft.com/office/officeart/2009/3/layout/HorizontalOrganizationChart"/>
    <dgm:cxn modelId="{B7EE7B15-40A0-407B-AF36-453C4EB57811}" type="presParOf" srcId="{BB59C6E4-A823-4B33-8F52-A10AAE20D9CF}" destId="{6CF9CEBA-2F8F-4560-9C19-8F0731905AB8}" srcOrd="1" destOrd="0" presId="urn:microsoft.com/office/officeart/2009/3/layout/HorizontalOrganizationChart"/>
    <dgm:cxn modelId="{8A4D01CF-FA30-438F-94C7-477AB13F63EB}" type="presParOf" srcId="{6CF9CEBA-2F8F-4560-9C19-8F0731905AB8}" destId="{88F63360-1BAD-4610-A3C1-576B44AB159F}" srcOrd="0" destOrd="0" presId="urn:microsoft.com/office/officeart/2009/3/layout/HorizontalOrganizationChart"/>
    <dgm:cxn modelId="{7A820EDB-52FC-47F2-A35F-8FD24B9E0518}" type="presParOf" srcId="{88F63360-1BAD-4610-A3C1-576B44AB159F}" destId="{6D7B070E-DE4C-4808-A5E2-6E422DBE83AA}" srcOrd="0" destOrd="0" presId="urn:microsoft.com/office/officeart/2009/3/layout/HorizontalOrganizationChart"/>
    <dgm:cxn modelId="{E93CDB50-B666-4489-8085-2BB5FFDB071D}" type="presParOf" srcId="{88F63360-1BAD-4610-A3C1-576B44AB159F}" destId="{BB02114D-EA35-4CBD-9F77-C89B8640ACEE}" srcOrd="1" destOrd="0" presId="urn:microsoft.com/office/officeart/2009/3/layout/HorizontalOrganizationChart"/>
    <dgm:cxn modelId="{6DB3483E-7403-45C5-8C93-0369D8EAB49B}" type="presParOf" srcId="{6CF9CEBA-2F8F-4560-9C19-8F0731905AB8}" destId="{164601EF-AE13-4C6D-8786-FB1F8794858A}" srcOrd="1" destOrd="0" presId="urn:microsoft.com/office/officeart/2009/3/layout/HorizontalOrganizationChart"/>
    <dgm:cxn modelId="{E812A41E-408A-4E36-B559-545E68BEFC13}" type="presParOf" srcId="{164601EF-AE13-4C6D-8786-FB1F8794858A}" destId="{29DD5A86-47BD-42AA-9C63-83050F0DE686}" srcOrd="0" destOrd="0" presId="urn:microsoft.com/office/officeart/2009/3/layout/HorizontalOrganizationChart"/>
    <dgm:cxn modelId="{B6B4D5C4-A02E-48DF-8789-58A38B3EAA8E}" type="presParOf" srcId="{164601EF-AE13-4C6D-8786-FB1F8794858A}" destId="{83F0EB8D-2C86-41CC-A97E-647FDF15C246}" srcOrd="1" destOrd="0" presId="urn:microsoft.com/office/officeart/2009/3/layout/HorizontalOrganizationChart"/>
    <dgm:cxn modelId="{18CF1911-7EAB-4312-B7D0-A0CB495DB521}" type="presParOf" srcId="{83F0EB8D-2C86-41CC-A97E-647FDF15C246}" destId="{129DD9A4-6B9E-45E5-BC23-090AD82B3D0C}" srcOrd="0" destOrd="0" presId="urn:microsoft.com/office/officeart/2009/3/layout/HorizontalOrganizationChart"/>
    <dgm:cxn modelId="{E293F8E5-0F72-4F8F-9270-0CA29B579A78}" type="presParOf" srcId="{129DD9A4-6B9E-45E5-BC23-090AD82B3D0C}" destId="{DDB1AE75-868B-4995-801B-27381FB6CE03}" srcOrd="0" destOrd="0" presId="urn:microsoft.com/office/officeart/2009/3/layout/HorizontalOrganizationChart"/>
    <dgm:cxn modelId="{2C9AB2A7-EC6A-4E4E-95FB-881335F1A435}" type="presParOf" srcId="{129DD9A4-6B9E-45E5-BC23-090AD82B3D0C}" destId="{DD30952E-E164-4B29-A72A-EB5F5BE5361B}" srcOrd="1" destOrd="0" presId="urn:microsoft.com/office/officeart/2009/3/layout/HorizontalOrganizationChart"/>
    <dgm:cxn modelId="{3DBF0583-1C74-48B6-93C1-1CCAA2624ADF}" type="presParOf" srcId="{83F0EB8D-2C86-41CC-A97E-647FDF15C246}" destId="{18DAC04C-43E1-4D60-9C0B-735B08444290}" srcOrd="1" destOrd="0" presId="urn:microsoft.com/office/officeart/2009/3/layout/HorizontalOrganizationChart"/>
    <dgm:cxn modelId="{0D7472D2-6960-4881-B8E4-AA542180A177}" type="presParOf" srcId="{83F0EB8D-2C86-41CC-A97E-647FDF15C246}" destId="{4022DCAC-2A66-4F07-BB84-B713A9703385}" srcOrd="2" destOrd="0" presId="urn:microsoft.com/office/officeart/2009/3/layout/HorizontalOrganizationChart"/>
    <dgm:cxn modelId="{18CCB592-F3A9-41D4-A543-F2769A04EDE7}" type="presParOf" srcId="{164601EF-AE13-4C6D-8786-FB1F8794858A}" destId="{31E47CA2-354A-4AF7-8AF8-972AF17151DF}" srcOrd="2" destOrd="0" presId="urn:microsoft.com/office/officeart/2009/3/layout/HorizontalOrganizationChart"/>
    <dgm:cxn modelId="{B1994128-567F-45E9-BE16-649FBD2315DC}" type="presParOf" srcId="{164601EF-AE13-4C6D-8786-FB1F8794858A}" destId="{7332B9D2-C18E-4BFB-84E1-5FEE54E904EC}" srcOrd="3" destOrd="0" presId="urn:microsoft.com/office/officeart/2009/3/layout/HorizontalOrganizationChart"/>
    <dgm:cxn modelId="{1AB64E83-1E28-4846-82E7-E0E9A287794C}" type="presParOf" srcId="{7332B9D2-C18E-4BFB-84E1-5FEE54E904EC}" destId="{9E4D429D-7A2C-4713-84A6-BC4A143257D3}" srcOrd="0" destOrd="0" presId="urn:microsoft.com/office/officeart/2009/3/layout/HorizontalOrganizationChart"/>
    <dgm:cxn modelId="{DC341246-87DA-4DEF-A9D7-D00396B0E6F8}" type="presParOf" srcId="{9E4D429D-7A2C-4713-84A6-BC4A143257D3}" destId="{565062D6-53CB-468B-855E-C844A0B23A4C}" srcOrd="0" destOrd="0" presId="urn:microsoft.com/office/officeart/2009/3/layout/HorizontalOrganizationChart"/>
    <dgm:cxn modelId="{E95A6E29-68B7-4D10-9527-32BDFB0AEA20}" type="presParOf" srcId="{9E4D429D-7A2C-4713-84A6-BC4A143257D3}" destId="{2AE17544-3691-444C-93A7-AC7A17337875}" srcOrd="1" destOrd="0" presId="urn:microsoft.com/office/officeart/2009/3/layout/HorizontalOrganizationChart"/>
    <dgm:cxn modelId="{234D1308-17F1-4FDD-8C66-168CEC4DB666}" type="presParOf" srcId="{7332B9D2-C18E-4BFB-84E1-5FEE54E904EC}" destId="{89F77FF1-AB8D-42F8-97AF-45B5F200606B}" srcOrd="1" destOrd="0" presId="urn:microsoft.com/office/officeart/2009/3/layout/HorizontalOrganizationChart"/>
    <dgm:cxn modelId="{0CEAEC82-4CB3-40C2-A0B8-8901FAF1D681}" type="presParOf" srcId="{7332B9D2-C18E-4BFB-84E1-5FEE54E904EC}" destId="{7D1480C1-E0F5-40E1-8778-DE96E565113A}" srcOrd="2" destOrd="0" presId="urn:microsoft.com/office/officeart/2009/3/layout/HorizontalOrganizationChart"/>
    <dgm:cxn modelId="{96B48AAA-27EC-4DAD-9ABC-6AADAE99CE68}" type="presParOf" srcId="{164601EF-AE13-4C6D-8786-FB1F8794858A}" destId="{03E075DF-046B-4758-B8E5-E0C2AE5A6731}" srcOrd="4" destOrd="0" presId="urn:microsoft.com/office/officeart/2009/3/layout/HorizontalOrganizationChart"/>
    <dgm:cxn modelId="{2D043E38-5AD8-4AAC-8191-1E4CFA4EE5AD}" type="presParOf" srcId="{164601EF-AE13-4C6D-8786-FB1F8794858A}" destId="{21CE5904-F0BD-447F-888E-6112BED60C32}" srcOrd="5" destOrd="0" presId="urn:microsoft.com/office/officeart/2009/3/layout/HorizontalOrganizationChart"/>
    <dgm:cxn modelId="{2CF63B50-6B73-4DC3-8271-11E24D84C8AE}" type="presParOf" srcId="{21CE5904-F0BD-447F-888E-6112BED60C32}" destId="{EF856B55-EF36-4A2F-96C1-B19328E1AF1F}" srcOrd="0" destOrd="0" presId="urn:microsoft.com/office/officeart/2009/3/layout/HorizontalOrganizationChart"/>
    <dgm:cxn modelId="{C0293016-55BF-4EC4-99F9-6E48F49F728F}" type="presParOf" srcId="{EF856B55-EF36-4A2F-96C1-B19328E1AF1F}" destId="{D561D2BF-95A3-4BFE-B882-26FDC5F751E0}" srcOrd="0" destOrd="0" presId="urn:microsoft.com/office/officeart/2009/3/layout/HorizontalOrganizationChart"/>
    <dgm:cxn modelId="{37F83C97-F6CF-4D81-8BF4-58FC5BEE541D}" type="presParOf" srcId="{EF856B55-EF36-4A2F-96C1-B19328E1AF1F}" destId="{9B66C1EF-82B3-4375-A841-556657A6C486}" srcOrd="1" destOrd="0" presId="urn:microsoft.com/office/officeart/2009/3/layout/HorizontalOrganizationChart"/>
    <dgm:cxn modelId="{E1DD4138-B61F-4358-B547-B5F8C61DCAF3}" type="presParOf" srcId="{21CE5904-F0BD-447F-888E-6112BED60C32}" destId="{6DF4F9E3-78B1-40AF-BB95-0741F013422E}" srcOrd="1" destOrd="0" presId="urn:microsoft.com/office/officeart/2009/3/layout/HorizontalOrganizationChart"/>
    <dgm:cxn modelId="{14F5B017-7E25-4E41-AE7E-BB12AC47BD03}" type="presParOf" srcId="{21CE5904-F0BD-447F-888E-6112BED60C32}" destId="{54D4CC0F-6809-4CD8-A277-07417A219C9D}" srcOrd="2" destOrd="0" presId="urn:microsoft.com/office/officeart/2009/3/layout/HorizontalOrganizationChart"/>
    <dgm:cxn modelId="{16A82AF5-9F39-436E-89BC-F6F5CCF809B2}" type="presParOf" srcId="{164601EF-AE13-4C6D-8786-FB1F8794858A}" destId="{0573168A-2C0B-4BFF-A1D8-6EDA300D5842}" srcOrd="6" destOrd="0" presId="urn:microsoft.com/office/officeart/2009/3/layout/HorizontalOrganizationChart"/>
    <dgm:cxn modelId="{C12C837C-E0A2-418F-B8B8-524D76D3D83F}" type="presParOf" srcId="{164601EF-AE13-4C6D-8786-FB1F8794858A}" destId="{7314CC55-FA4C-4813-9556-6BD7DF7C4722}" srcOrd="7" destOrd="0" presId="urn:microsoft.com/office/officeart/2009/3/layout/HorizontalOrganizationChart"/>
    <dgm:cxn modelId="{9E4D1D27-DEB6-4A14-9397-C835A8DA2012}" type="presParOf" srcId="{7314CC55-FA4C-4813-9556-6BD7DF7C4722}" destId="{94AD6F93-5F1C-485E-BC1D-F324A17AE880}" srcOrd="0" destOrd="0" presId="urn:microsoft.com/office/officeart/2009/3/layout/HorizontalOrganizationChart"/>
    <dgm:cxn modelId="{B377684F-2900-4FE6-B57F-5F7D004400B6}" type="presParOf" srcId="{94AD6F93-5F1C-485E-BC1D-F324A17AE880}" destId="{00D39A10-D851-4A3E-9B52-61B8FFE39536}" srcOrd="0" destOrd="0" presId="urn:microsoft.com/office/officeart/2009/3/layout/HorizontalOrganizationChart"/>
    <dgm:cxn modelId="{AB33EC7C-6524-4A15-9209-612EFCDD7D75}" type="presParOf" srcId="{94AD6F93-5F1C-485E-BC1D-F324A17AE880}" destId="{47122AA3-C0C1-411F-AFF9-758EF55C97A6}" srcOrd="1" destOrd="0" presId="urn:microsoft.com/office/officeart/2009/3/layout/HorizontalOrganizationChart"/>
    <dgm:cxn modelId="{C1EDFA2E-C6B7-46CD-80D6-A588D50760AA}" type="presParOf" srcId="{7314CC55-FA4C-4813-9556-6BD7DF7C4722}" destId="{1FE4B677-DE10-487F-9A0E-0255629A15E3}" srcOrd="1" destOrd="0" presId="urn:microsoft.com/office/officeart/2009/3/layout/HorizontalOrganizationChart"/>
    <dgm:cxn modelId="{576A8D64-E111-4BD1-9493-73C61B3142D3}" type="presParOf" srcId="{7314CC55-FA4C-4813-9556-6BD7DF7C4722}" destId="{7E7A9D8D-8665-4FD3-B1C7-AF5903B81A35}" srcOrd="2" destOrd="0" presId="urn:microsoft.com/office/officeart/2009/3/layout/HorizontalOrganizationChart"/>
    <dgm:cxn modelId="{3D470286-6E12-4EE2-8DFE-16B1207764F9}" type="presParOf" srcId="{164601EF-AE13-4C6D-8786-FB1F8794858A}" destId="{6F7C7898-20F4-49D3-A5E6-004F4FE00AF6}" srcOrd="8" destOrd="0" presId="urn:microsoft.com/office/officeart/2009/3/layout/HorizontalOrganizationChart"/>
    <dgm:cxn modelId="{CCF3B022-9CEB-47A4-8507-035DD759DF96}" type="presParOf" srcId="{164601EF-AE13-4C6D-8786-FB1F8794858A}" destId="{A12E3BCC-F1E2-4BF5-9BB9-64140B492EF4}" srcOrd="9" destOrd="0" presId="urn:microsoft.com/office/officeart/2009/3/layout/HorizontalOrganizationChart"/>
    <dgm:cxn modelId="{371B680D-8C0D-49EB-B2FE-4675184723DB}" type="presParOf" srcId="{A12E3BCC-F1E2-4BF5-9BB9-64140B492EF4}" destId="{3A9C87B2-7B74-4A4A-B946-D0B67CAF6B0F}" srcOrd="0" destOrd="0" presId="urn:microsoft.com/office/officeart/2009/3/layout/HorizontalOrganizationChart"/>
    <dgm:cxn modelId="{1D41353B-9FDF-441D-A1C2-0CF10E934DFB}" type="presParOf" srcId="{3A9C87B2-7B74-4A4A-B946-D0B67CAF6B0F}" destId="{027BFDFC-D098-46B3-8919-3C4BEA158144}" srcOrd="0" destOrd="0" presId="urn:microsoft.com/office/officeart/2009/3/layout/HorizontalOrganizationChart"/>
    <dgm:cxn modelId="{AB436F42-D707-427B-86CC-1484635AD73D}" type="presParOf" srcId="{3A9C87B2-7B74-4A4A-B946-D0B67CAF6B0F}" destId="{BE4C80EB-A22E-4747-9FE1-E55AF3BD11CC}" srcOrd="1" destOrd="0" presId="urn:microsoft.com/office/officeart/2009/3/layout/HorizontalOrganizationChart"/>
    <dgm:cxn modelId="{A5A63E7E-2353-456F-AD6F-1F97CAA0216B}" type="presParOf" srcId="{A12E3BCC-F1E2-4BF5-9BB9-64140B492EF4}" destId="{C1FC697B-F975-463E-8D60-800836853DE7}" srcOrd="1" destOrd="0" presId="urn:microsoft.com/office/officeart/2009/3/layout/HorizontalOrganizationChart"/>
    <dgm:cxn modelId="{5E167FFE-3268-4EF1-B7FB-8A4E32C212F5}" type="presParOf" srcId="{A12E3BCC-F1E2-4BF5-9BB9-64140B492EF4}" destId="{E445606E-F8B7-4C93-8BA1-22FB540748D2}" srcOrd="2" destOrd="0" presId="urn:microsoft.com/office/officeart/2009/3/layout/HorizontalOrganizationChart"/>
    <dgm:cxn modelId="{B440D7D4-FC00-488B-BA92-24BB1E8D9E84}" type="presParOf" srcId="{6CF9CEBA-2F8F-4560-9C19-8F0731905AB8}" destId="{76105FCC-C8EA-4140-86D2-2642CCC7374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44F9CC-D34C-4FD5-9F46-9591365F4EA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BD00FC9-582B-4D33-BF1F-B2F019888F1D}">
      <dgm:prSet phldrT="[Текст]"/>
      <dgm:spPr>
        <a:solidFill>
          <a:srgbClr val="2E2B21"/>
        </a:solidFill>
        <a:ln>
          <a:noFill/>
        </a:ln>
      </dgm:spPr>
      <dgm:t>
        <a:bodyPr/>
        <a:lstStyle/>
        <a:p>
          <a:r>
            <a:rPr lang="en-US" dirty="0">
              <a:latin typeface="Bahnschrift" panose="020B0502040204020203" pitchFamily="34" charset="0"/>
            </a:rPr>
            <a:t>API</a:t>
          </a:r>
          <a:endParaRPr lang="ru-RU" dirty="0">
            <a:latin typeface="Bahnschrift" panose="020B0502040204020203" pitchFamily="34" charset="0"/>
          </a:endParaRPr>
        </a:p>
      </dgm:t>
    </dgm:pt>
    <dgm:pt modelId="{37083B52-D08C-4CAC-A6A9-9AE295416A4F}" type="parTrans" cxnId="{500A73B0-7815-4FD9-B599-6C8A516BA919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17F6FA7-A5F2-4A0D-93C6-AF5FFD9C8D35}" type="sibTrans" cxnId="{500A73B0-7815-4FD9-B599-6C8A516BA919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AA9F795-4C4A-405E-BDE6-82CD4D52CC5A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validators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FBB8CBE4-04C3-4ACF-AFC4-E6C38CDBC41E}" type="parTrans" cxnId="{8E7D4067-5781-4568-9BF8-A30BF9ABC2E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3162F41-048E-4199-A313-EEA0BC9FD893}" type="sibTrans" cxnId="{8E7D4067-5781-4568-9BF8-A30BF9ABC2E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6ACF4222-4C89-4FFC-AC2F-50CECAD8E2F2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resources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4FE79D9F-B7C7-4FB0-8968-30A9DF4929AD}" type="parTrans" cxnId="{B88FFE35-FE88-4F9E-85B7-67A07053A79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7C4B3CD5-2E62-43F5-AAAB-4EE3BE97C18B}" type="sibTrans" cxnId="{B88FFE35-FE88-4F9E-85B7-67A07053A79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9D559330-950B-4C0A-ABD3-84C61CF29706}">
      <dgm:prSet phldrT="[Текст]"/>
      <dgm:spPr>
        <a:solidFill>
          <a:srgbClr val="9CBEBD"/>
        </a:solidFill>
        <a:ln>
          <a:noFill/>
        </a:ln>
      </dgm:spPr>
      <dgm:t>
        <a:bodyPr/>
        <a:lstStyle/>
        <a:p>
          <a:r>
            <a:rPr lang="en-US" dirty="0">
              <a:solidFill>
                <a:srgbClr val="F2F27E"/>
              </a:solidFill>
              <a:latin typeface="Bahnschrift" panose="020B0502040204020203" pitchFamily="34" charset="0"/>
            </a:rPr>
            <a:t>parsers</a:t>
          </a:r>
          <a:endParaRPr lang="ru-RU" dirty="0">
            <a:solidFill>
              <a:srgbClr val="F2F27E"/>
            </a:solidFill>
            <a:latin typeface="Bahnschrift" panose="020B0502040204020203" pitchFamily="34" charset="0"/>
          </a:endParaRPr>
        </a:p>
      </dgm:t>
    </dgm:pt>
    <dgm:pt modelId="{AB8824F0-C77E-4C2A-8D54-DA9872D2F5F3}" type="parTrans" cxnId="{59D7697B-2275-4F6B-8097-7DBE1B02A1E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49A25D44-25F4-4A67-BE40-B1FDAD623CE1}" type="sibTrans" cxnId="{59D7697B-2275-4F6B-8097-7DBE1B02A1E6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2B2AC801-ABBA-421D-9777-95E265B99DFF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Validators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DFA99A3E-4E74-448C-9CF9-65F9E5DA8EA8}" type="parTrans" cxnId="{74DEDCB6-29F4-4E35-A9B5-C6AEDA9B98E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AF0DAFD8-6A30-4D0A-8F5A-42F8FD96FACC}" type="sibTrans" cxnId="{74DEDCB6-29F4-4E35-A9B5-C6AEDA9B98E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5099669-1301-48EF-BB1B-95F59EE02726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Aborts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AB6971C0-9287-4E72-B09C-0D3F8F661C65}" type="parTrans" cxnId="{33664E9E-5A87-40BA-8B80-CEFC9F7EF95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31870C30-AEF2-47C5-B17F-BBDAAF688ED2}" type="sibTrans" cxnId="{33664E9E-5A87-40BA-8B80-CEFC9F7EF954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554FD0D0-AC27-4A41-BEB3-9B9C843957D3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2"/>
              </a:solidFill>
              <a:latin typeface="Bahnschrift" panose="020B0502040204020203" pitchFamily="34" charset="0"/>
            </a:rPr>
            <a:t>Resource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9A186429-1DBE-4D65-A3C9-881DA290210B}" type="parTrans" cxnId="{F13ABC7F-F97E-4837-A232-2108D1F597CB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EEBCBBD4-CCD8-421B-AD42-D2E3932F816B}" type="sibTrans" cxnId="{F13ABC7F-F97E-4837-A232-2108D1F597CB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C1FDEBCE-B163-4EFE-BB06-FCD74605AB52}">
      <dgm:prSet/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dirty="0" err="1">
              <a:solidFill>
                <a:schemeClr val="tx2"/>
              </a:solidFill>
              <a:latin typeface="Bahnschrift" panose="020B0502040204020203" pitchFamily="34" charset="0"/>
            </a:rPr>
            <a:t>ListResource</a:t>
          </a:r>
          <a:endParaRPr lang="ru-RU" dirty="0">
            <a:solidFill>
              <a:schemeClr val="tx2"/>
            </a:solidFill>
            <a:latin typeface="Bahnschrift" panose="020B0502040204020203" pitchFamily="34" charset="0"/>
          </a:endParaRPr>
        </a:p>
      </dgm:t>
    </dgm:pt>
    <dgm:pt modelId="{66EE1CE2-4056-4909-B492-23FDFF21B800}" type="parTrans" cxnId="{CFC70EFB-D4DD-432F-A560-B6CAC792D6E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685DEF1C-50FD-4DF5-928F-9562689609B2}" type="sibTrans" cxnId="{CFC70EFB-D4DD-432F-A560-B6CAC792D6E0}">
      <dgm:prSet/>
      <dgm:spPr/>
      <dgm:t>
        <a:bodyPr/>
        <a:lstStyle/>
        <a:p>
          <a:endParaRPr lang="ru-RU">
            <a:latin typeface="Bahnschrift" panose="020B0502040204020203" pitchFamily="34" charset="0"/>
          </a:endParaRPr>
        </a:p>
      </dgm:t>
    </dgm:pt>
    <dgm:pt modelId="{73E99D4B-E9AE-49EF-A7F2-B111840E19C3}" type="pres">
      <dgm:prSet presAssocID="{1A44F9CC-D34C-4FD5-9F46-9591365F4EA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CB4ACC7-B175-40EF-AE27-F00924991647}" type="pres">
      <dgm:prSet presAssocID="{0BD00FC9-582B-4D33-BF1F-B2F019888F1D}" presName="hierRoot1" presStyleCnt="0">
        <dgm:presLayoutVars>
          <dgm:hierBranch val="init"/>
        </dgm:presLayoutVars>
      </dgm:prSet>
      <dgm:spPr/>
    </dgm:pt>
    <dgm:pt modelId="{9DCCE079-CD7A-4E62-9555-CF74C7852FF8}" type="pres">
      <dgm:prSet presAssocID="{0BD00FC9-582B-4D33-BF1F-B2F019888F1D}" presName="rootComposite1" presStyleCnt="0"/>
      <dgm:spPr/>
    </dgm:pt>
    <dgm:pt modelId="{B5EF1843-4982-4A4E-95A3-F2029C98506B}" type="pres">
      <dgm:prSet presAssocID="{0BD00FC9-582B-4D33-BF1F-B2F019888F1D}" presName="rootText1" presStyleLbl="node0" presStyleIdx="0" presStyleCnt="1">
        <dgm:presLayoutVars>
          <dgm:chPref val="3"/>
        </dgm:presLayoutVars>
      </dgm:prSet>
      <dgm:spPr/>
    </dgm:pt>
    <dgm:pt modelId="{50C07581-84E4-4E54-8B6A-7289E6E0B5F7}" type="pres">
      <dgm:prSet presAssocID="{0BD00FC9-582B-4D33-BF1F-B2F019888F1D}" presName="rootConnector1" presStyleLbl="node1" presStyleIdx="0" presStyleCnt="0"/>
      <dgm:spPr/>
    </dgm:pt>
    <dgm:pt modelId="{EB219BAA-8DD5-470F-965D-EAA1C0E3D477}" type="pres">
      <dgm:prSet presAssocID="{0BD00FC9-582B-4D33-BF1F-B2F019888F1D}" presName="hierChild2" presStyleCnt="0"/>
      <dgm:spPr/>
    </dgm:pt>
    <dgm:pt modelId="{83D9476E-EC35-47A7-8274-38D7705ECF6D}" type="pres">
      <dgm:prSet presAssocID="{FBB8CBE4-04C3-4ACF-AFC4-E6C38CDBC41E}" presName="Name37" presStyleLbl="parChTrans1D2" presStyleIdx="0" presStyleCnt="3"/>
      <dgm:spPr/>
    </dgm:pt>
    <dgm:pt modelId="{38C91FDE-85B6-4FE7-8241-9788C3B6EDF0}" type="pres">
      <dgm:prSet presAssocID="{2AA9F795-4C4A-405E-BDE6-82CD4D52CC5A}" presName="hierRoot2" presStyleCnt="0">
        <dgm:presLayoutVars>
          <dgm:hierBranch val="init"/>
        </dgm:presLayoutVars>
      </dgm:prSet>
      <dgm:spPr/>
    </dgm:pt>
    <dgm:pt modelId="{2D90B0F3-C88B-49B7-9EAA-85EF9BB7FED1}" type="pres">
      <dgm:prSet presAssocID="{2AA9F795-4C4A-405E-BDE6-82CD4D52CC5A}" presName="rootComposite" presStyleCnt="0"/>
      <dgm:spPr/>
    </dgm:pt>
    <dgm:pt modelId="{A6AC4933-AEC7-4825-AF63-A8454B2440A6}" type="pres">
      <dgm:prSet presAssocID="{2AA9F795-4C4A-405E-BDE6-82CD4D52CC5A}" presName="rootText" presStyleLbl="node2" presStyleIdx="0" presStyleCnt="3">
        <dgm:presLayoutVars>
          <dgm:chPref val="3"/>
        </dgm:presLayoutVars>
      </dgm:prSet>
      <dgm:spPr/>
    </dgm:pt>
    <dgm:pt modelId="{4DBC53D0-BF82-41B6-81E1-46CABDF629C7}" type="pres">
      <dgm:prSet presAssocID="{2AA9F795-4C4A-405E-BDE6-82CD4D52CC5A}" presName="rootConnector" presStyleLbl="node2" presStyleIdx="0" presStyleCnt="3"/>
      <dgm:spPr/>
    </dgm:pt>
    <dgm:pt modelId="{D7D9E47D-9D94-4041-A0C9-8153986C4DBA}" type="pres">
      <dgm:prSet presAssocID="{2AA9F795-4C4A-405E-BDE6-82CD4D52CC5A}" presName="hierChild4" presStyleCnt="0"/>
      <dgm:spPr/>
    </dgm:pt>
    <dgm:pt modelId="{E3B4EAAE-CBCC-43B2-8ACE-C17A98C6E289}" type="pres">
      <dgm:prSet presAssocID="{DFA99A3E-4E74-448C-9CF9-65F9E5DA8EA8}" presName="Name37" presStyleLbl="parChTrans1D3" presStyleIdx="0" presStyleCnt="4"/>
      <dgm:spPr/>
    </dgm:pt>
    <dgm:pt modelId="{F1708910-DE3F-48C4-99D0-51A320B02E26}" type="pres">
      <dgm:prSet presAssocID="{2B2AC801-ABBA-421D-9777-95E265B99DFF}" presName="hierRoot2" presStyleCnt="0">
        <dgm:presLayoutVars>
          <dgm:hierBranch val="init"/>
        </dgm:presLayoutVars>
      </dgm:prSet>
      <dgm:spPr/>
    </dgm:pt>
    <dgm:pt modelId="{9931D442-AE38-4616-9468-5FF8E7AB42DB}" type="pres">
      <dgm:prSet presAssocID="{2B2AC801-ABBA-421D-9777-95E265B99DFF}" presName="rootComposite" presStyleCnt="0"/>
      <dgm:spPr/>
    </dgm:pt>
    <dgm:pt modelId="{47160759-838B-4434-856B-822A51F232D9}" type="pres">
      <dgm:prSet presAssocID="{2B2AC801-ABBA-421D-9777-95E265B99DFF}" presName="rootText" presStyleLbl="node3" presStyleIdx="0" presStyleCnt="4">
        <dgm:presLayoutVars>
          <dgm:chPref val="3"/>
        </dgm:presLayoutVars>
      </dgm:prSet>
      <dgm:spPr/>
    </dgm:pt>
    <dgm:pt modelId="{F46D3BA2-683C-4A4A-821D-23132E3F17F7}" type="pres">
      <dgm:prSet presAssocID="{2B2AC801-ABBA-421D-9777-95E265B99DFF}" presName="rootConnector" presStyleLbl="node3" presStyleIdx="0" presStyleCnt="4"/>
      <dgm:spPr/>
    </dgm:pt>
    <dgm:pt modelId="{75D43F5E-DC46-414B-AD0C-92038BB9B45E}" type="pres">
      <dgm:prSet presAssocID="{2B2AC801-ABBA-421D-9777-95E265B99DFF}" presName="hierChild4" presStyleCnt="0"/>
      <dgm:spPr/>
    </dgm:pt>
    <dgm:pt modelId="{9EB88668-5905-478E-8DD4-86F679095B90}" type="pres">
      <dgm:prSet presAssocID="{2B2AC801-ABBA-421D-9777-95E265B99DFF}" presName="hierChild5" presStyleCnt="0"/>
      <dgm:spPr/>
    </dgm:pt>
    <dgm:pt modelId="{B4313602-F67A-4D0A-A6CA-7D55EF0CDB93}" type="pres">
      <dgm:prSet presAssocID="{AB6971C0-9287-4E72-B09C-0D3F8F661C65}" presName="Name37" presStyleLbl="parChTrans1D3" presStyleIdx="1" presStyleCnt="4"/>
      <dgm:spPr/>
    </dgm:pt>
    <dgm:pt modelId="{743A99E4-CFEE-4A00-BE8D-48FFA2615DC5}" type="pres">
      <dgm:prSet presAssocID="{E5099669-1301-48EF-BB1B-95F59EE02726}" presName="hierRoot2" presStyleCnt="0">
        <dgm:presLayoutVars>
          <dgm:hierBranch val="init"/>
        </dgm:presLayoutVars>
      </dgm:prSet>
      <dgm:spPr/>
    </dgm:pt>
    <dgm:pt modelId="{0E751A1E-22DE-4766-97CC-127166710B7F}" type="pres">
      <dgm:prSet presAssocID="{E5099669-1301-48EF-BB1B-95F59EE02726}" presName="rootComposite" presStyleCnt="0"/>
      <dgm:spPr/>
    </dgm:pt>
    <dgm:pt modelId="{DF1DC95F-DAA6-4689-A5CA-D1C389480AFD}" type="pres">
      <dgm:prSet presAssocID="{E5099669-1301-48EF-BB1B-95F59EE02726}" presName="rootText" presStyleLbl="node3" presStyleIdx="1" presStyleCnt="4">
        <dgm:presLayoutVars>
          <dgm:chPref val="3"/>
        </dgm:presLayoutVars>
      </dgm:prSet>
      <dgm:spPr/>
    </dgm:pt>
    <dgm:pt modelId="{6D319D68-5C4D-4401-8631-82D7BDC722F0}" type="pres">
      <dgm:prSet presAssocID="{E5099669-1301-48EF-BB1B-95F59EE02726}" presName="rootConnector" presStyleLbl="node3" presStyleIdx="1" presStyleCnt="4"/>
      <dgm:spPr/>
    </dgm:pt>
    <dgm:pt modelId="{0321B75E-FF56-4019-B693-E8158C352222}" type="pres">
      <dgm:prSet presAssocID="{E5099669-1301-48EF-BB1B-95F59EE02726}" presName="hierChild4" presStyleCnt="0"/>
      <dgm:spPr/>
    </dgm:pt>
    <dgm:pt modelId="{814A9C00-42F3-4C67-A707-507B95F87314}" type="pres">
      <dgm:prSet presAssocID="{E5099669-1301-48EF-BB1B-95F59EE02726}" presName="hierChild5" presStyleCnt="0"/>
      <dgm:spPr/>
    </dgm:pt>
    <dgm:pt modelId="{994D0351-18EF-4931-B0E4-1F4FBF57EE1D}" type="pres">
      <dgm:prSet presAssocID="{2AA9F795-4C4A-405E-BDE6-82CD4D52CC5A}" presName="hierChild5" presStyleCnt="0"/>
      <dgm:spPr/>
    </dgm:pt>
    <dgm:pt modelId="{C83F210F-BA1E-43F2-96C2-ED1FBE5F9652}" type="pres">
      <dgm:prSet presAssocID="{4FE79D9F-B7C7-4FB0-8968-30A9DF4929AD}" presName="Name37" presStyleLbl="parChTrans1D2" presStyleIdx="1" presStyleCnt="3"/>
      <dgm:spPr/>
    </dgm:pt>
    <dgm:pt modelId="{805B5701-9491-4DAF-B1F0-FAC984D1D202}" type="pres">
      <dgm:prSet presAssocID="{6ACF4222-4C89-4FFC-AC2F-50CECAD8E2F2}" presName="hierRoot2" presStyleCnt="0">
        <dgm:presLayoutVars>
          <dgm:hierBranch val="init"/>
        </dgm:presLayoutVars>
      </dgm:prSet>
      <dgm:spPr/>
    </dgm:pt>
    <dgm:pt modelId="{314D4C20-2016-41CA-AC7C-930D9722A278}" type="pres">
      <dgm:prSet presAssocID="{6ACF4222-4C89-4FFC-AC2F-50CECAD8E2F2}" presName="rootComposite" presStyleCnt="0"/>
      <dgm:spPr/>
    </dgm:pt>
    <dgm:pt modelId="{F5964C41-5927-41B9-A4FF-1E545253F755}" type="pres">
      <dgm:prSet presAssocID="{6ACF4222-4C89-4FFC-AC2F-50CECAD8E2F2}" presName="rootText" presStyleLbl="node2" presStyleIdx="1" presStyleCnt="3">
        <dgm:presLayoutVars>
          <dgm:chPref val="3"/>
        </dgm:presLayoutVars>
      </dgm:prSet>
      <dgm:spPr/>
    </dgm:pt>
    <dgm:pt modelId="{1617C2C9-5780-4BF2-9169-4F8E5A013CB9}" type="pres">
      <dgm:prSet presAssocID="{6ACF4222-4C89-4FFC-AC2F-50CECAD8E2F2}" presName="rootConnector" presStyleLbl="node2" presStyleIdx="1" presStyleCnt="3"/>
      <dgm:spPr/>
    </dgm:pt>
    <dgm:pt modelId="{B51C5269-2A0D-42F2-9D73-27260F0DD920}" type="pres">
      <dgm:prSet presAssocID="{6ACF4222-4C89-4FFC-AC2F-50CECAD8E2F2}" presName="hierChild4" presStyleCnt="0"/>
      <dgm:spPr/>
    </dgm:pt>
    <dgm:pt modelId="{1A2C4BF1-6D84-493B-8898-F2AD607E4E8C}" type="pres">
      <dgm:prSet presAssocID="{9A186429-1DBE-4D65-A3C9-881DA290210B}" presName="Name37" presStyleLbl="parChTrans1D3" presStyleIdx="2" presStyleCnt="4"/>
      <dgm:spPr/>
    </dgm:pt>
    <dgm:pt modelId="{FDBD8464-FDC3-4691-8978-347C77621ECD}" type="pres">
      <dgm:prSet presAssocID="{554FD0D0-AC27-4A41-BEB3-9B9C843957D3}" presName="hierRoot2" presStyleCnt="0">
        <dgm:presLayoutVars>
          <dgm:hierBranch val="init"/>
        </dgm:presLayoutVars>
      </dgm:prSet>
      <dgm:spPr/>
    </dgm:pt>
    <dgm:pt modelId="{CF5C0C19-B7E0-4C7A-A1F1-F53E4C613CC0}" type="pres">
      <dgm:prSet presAssocID="{554FD0D0-AC27-4A41-BEB3-9B9C843957D3}" presName="rootComposite" presStyleCnt="0"/>
      <dgm:spPr/>
    </dgm:pt>
    <dgm:pt modelId="{5DE833A4-E1E2-47A9-A005-C27747FE1C5C}" type="pres">
      <dgm:prSet presAssocID="{554FD0D0-AC27-4A41-BEB3-9B9C843957D3}" presName="rootText" presStyleLbl="node3" presStyleIdx="2" presStyleCnt="4">
        <dgm:presLayoutVars>
          <dgm:chPref val="3"/>
        </dgm:presLayoutVars>
      </dgm:prSet>
      <dgm:spPr/>
    </dgm:pt>
    <dgm:pt modelId="{BD4DD00F-4A98-4008-B543-957F52CF6C7E}" type="pres">
      <dgm:prSet presAssocID="{554FD0D0-AC27-4A41-BEB3-9B9C843957D3}" presName="rootConnector" presStyleLbl="node3" presStyleIdx="2" presStyleCnt="4"/>
      <dgm:spPr/>
    </dgm:pt>
    <dgm:pt modelId="{2AB65C7A-EA64-4676-BB98-FD4EE8224BEB}" type="pres">
      <dgm:prSet presAssocID="{554FD0D0-AC27-4A41-BEB3-9B9C843957D3}" presName="hierChild4" presStyleCnt="0"/>
      <dgm:spPr/>
    </dgm:pt>
    <dgm:pt modelId="{21991946-F703-4F41-9C9A-D27BA895AAF5}" type="pres">
      <dgm:prSet presAssocID="{554FD0D0-AC27-4A41-BEB3-9B9C843957D3}" presName="hierChild5" presStyleCnt="0"/>
      <dgm:spPr/>
    </dgm:pt>
    <dgm:pt modelId="{2730394F-9B1C-4C5B-BC75-101F60830741}" type="pres">
      <dgm:prSet presAssocID="{66EE1CE2-4056-4909-B492-23FDFF21B800}" presName="Name37" presStyleLbl="parChTrans1D3" presStyleIdx="3" presStyleCnt="4"/>
      <dgm:spPr/>
    </dgm:pt>
    <dgm:pt modelId="{1D681633-2EF8-4719-AE1F-5CAA3553A0CB}" type="pres">
      <dgm:prSet presAssocID="{C1FDEBCE-B163-4EFE-BB06-FCD74605AB52}" presName="hierRoot2" presStyleCnt="0">
        <dgm:presLayoutVars>
          <dgm:hierBranch val="init"/>
        </dgm:presLayoutVars>
      </dgm:prSet>
      <dgm:spPr/>
    </dgm:pt>
    <dgm:pt modelId="{D1603F4E-0B16-45D7-BB55-890C2DA574F5}" type="pres">
      <dgm:prSet presAssocID="{C1FDEBCE-B163-4EFE-BB06-FCD74605AB52}" presName="rootComposite" presStyleCnt="0"/>
      <dgm:spPr/>
    </dgm:pt>
    <dgm:pt modelId="{F8AD810C-2ED0-4D3B-9C2A-A4A10A565F92}" type="pres">
      <dgm:prSet presAssocID="{C1FDEBCE-B163-4EFE-BB06-FCD74605AB52}" presName="rootText" presStyleLbl="node3" presStyleIdx="3" presStyleCnt="4">
        <dgm:presLayoutVars>
          <dgm:chPref val="3"/>
        </dgm:presLayoutVars>
      </dgm:prSet>
      <dgm:spPr/>
    </dgm:pt>
    <dgm:pt modelId="{24F3F525-7821-4EE0-AADA-E677C704800C}" type="pres">
      <dgm:prSet presAssocID="{C1FDEBCE-B163-4EFE-BB06-FCD74605AB52}" presName="rootConnector" presStyleLbl="node3" presStyleIdx="3" presStyleCnt="4"/>
      <dgm:spPr/>
    </dgm:pt>
    <dgm:pt modelId="{D4CD9CF8-AF47-4072-815D-A9F36C00C9BE}" type="pres">
      <dgm:prSet presAssocID="{C1FDEBCE-B163-4EFE-BB06-FCD74605AB52}" presName="hierChild4" presStyleCnt="0"/>
      <dgm:spPr/>
    </dgm:pt>
    <dgm:pt modelId="{20209F73-B597-4403-B740-B0B064809ED9}" type="pres">
      <dgm:prSet presAssocID="{C1FDEBCE-B163-4EFE-BB06-FCD74605AB52}" presName="hierChild5" presStyleCnt="0"/>
      <dgm:spPr/>
    </dgm:pt>
    <dgm:pt modelId="{A8AE6422-EB9D-495D-B83B-7AB9E0A80FFF}" type="pres">
      <dgm:prSet presAssocID="{6ACF4222-4C89-4FFC-AC2F-50CECAD8E2F2}" presName="hierChild5" presStyleCnt="0"/>
      <dgm:spPr/>
    </dgm:pt>
    <dgm:pt modelId="{5CC00DCC-F427-4EC6-83BB-3DE8A5B15513}" type="pres">
      <dgm:prSet presAssocID="{AB8824F0-C77E-4C2A-8D54-DA9872D2F5F3}" presName="Name37" presStyleLbl="parChTrans1D2" presStyleIdx="2" presStyleCnt="3"/>
      <dgm:spPr/>
    </dgm:pt>
    <dgm:pt modelId="{F47BCE18-DB7D-4DCC-9239-990D2ADAEEC7}" type="pres">
      <dgm:prSet presAssocID="{9D559330-950B-4C0A-ABD3-84C61CF29706}" presName="hierRoot2" presStyleCnt="0">
        <dgm:presLayoutVars>
          <dgm:hierBranch val="init"/>
        </dgm:presLayoutVars>
      </dgm:prSet>
      <dgm:spPr/>
    </dgm:pt>
    <dgm:pt modelId="{8C81BF58-EDEB-41A7-8065-547FCE0AF3CA}" type="pres">
      <dgm:prSet presAssocID="{9D559330-950B-4C0A-ABD3-84C61CF29706}" presName="rootComposite" presStyleCnt="0"/>
      <dgm:spPr/>
    </dgm:pt>
    <dgm:pt modelId="{73543122-FE5D-46A6-98BC-3AF2A8BC7848}" type="pres">
      <dgm:prSet presAssocID="{9D559330-950B-4C0A-ABD3-84C61CF29706}" presName="rootText" presStyleLbl="node2" presStyleIdx="2" presStyleCnt="3">
        <dgm:presLayoutVars>
          <dgm:chPref val="3"/>
        </dgm:presLayoutVars>
      </dgm:prSet>
      <dgm:spPr/>
    </dgm:pt>
    <dgm:pt modelId="{069CB98C-BAA6-48A2-89B8-179ABCEA3EBA}" type="pres">
      <dgm:prSet presAssocID="{9D559330-950B-4C0A-ABD3-84C61CF29706}" presName="rootConnector" presStyleLbl="node2" presStyleIdx="2" presStyleCnt="3"/>
      <dgm:spPr/>
    </dgm:pt>
    <dgm:pt modelId="{55D82B76-C219-46F1-B110-4BB2DC80C601}" type="pres">
      <dgm:prSet presAssocID="{9D559330-950B-4C0A-ABD3-84C61CF29706}" presName="hierChild4" presStyleCnt="0"/>
      <dgm:spPr/>
    </dgm:pt>
    <dgm:pt modelId="{71EFDDBD-4456-4D13-BEBD-654C45F1FEB4}" type="pres">
      <dgm:prSet presAssocID="{9D559330-950B-4C0A-ABD3-84C61CF29706}" presName="hierChild5" presStyleCnt="0"/>
      <dgm:spPr/>
    </dgm:pt>
    <dgm:pt modelId="{E6452B30-C3CE-4F91-AB70-9E6FEB640ED8}" type="pres">
      <dgm:prSet presAssocID="{0BD00FC9-582B-4D33-BF1F-B2F019888F1D}" presName="hierChild3" presStyleCnt="0"/>
      <dgm:spPr/>
    </dgm:pt>
  </dgm:ptLst>
  <dgm:cxnLst>
    <dgm:cxn modelId="{DD5BF801-F405-4285-8CBF-3C62ADA59D13}" type="presOf" srcId="{AB6971C0-9287-4E72-B09C-0D3F8F661C65}" destId="{B4313602-F67A-4D0A-A6CA-7D55EF0CDB93}" srcOrd="0" destOrd="0" presId="urn:microsoft.com/office/officeart/2005/8/layout/orgChart1"/>
    <dgm:cxn modelId="{494FC01B-C056-4C98-824E-0317E05E311E}" type="presOf" srcId="{DFA99A3E-4E74-448C-9CF9-65F9E5DA8EA8}" destId="{E3B4EAAE-CBCC-43B2-8ACE-C17A98C6E289}" srcOrd="0" destOrd="0" presId="urn:microsoft.com/office/officeart/2005/8/layout/orgChart1"/>
    <dgm:cxn modelId="{288BED27-097C-4C6A-948D-B6842EB02B81}" type="presOf" srcId="{554FD0D0-AC27-4A41-BEB3-9B9C843957D3}" destId="{5DE833A4-E1E2-47A9-A005-C27747FE1C5C}" srcOrd="0" destOrd="0" presId="urn:microsoft.com/office/officeart/2005/8/layout/orgChart1"/>
    <dgm:cxn modelId="{B88FFE35-FE88-4F9E-85B7-67A07053A796}" srcId="{0BD00FC9-582B-4D33-BF1F-B2F019888F1D}" destId="{6ACF4222-4C89-4FFC-AC2F-50CECAD8E2F2}" srcOrd="1" destOrd="0" parTransId="{4FE79D9F-B7C7-4FB0-8968-30A9DF4929AD}" sibTransId="{7C4B3CD5-2E62-43F5-AAAB-4EE3BE97C18B}"/>
    <dgm:cxn modelId="{4698B238-30E0-420B-861F-E070506B7E2A}" type="presOf" srcId="{2B2AC801-ABBA-421D-9777-95E265B99DFF}" destId="{47160759-838B-4434-856B-822A51F232D9}" srcOrd="0" destOrd="0" presId="urn:microsoft.com/office/officeart/2005/8/layout/orgChart1"/>
    <dgm:cxn modelId="{87D81A39-38DA-450F-AAA3-507AB458BCE5}" type="presOf" srcId="{E5099669-1301-48EF-BB1B-95F59EE02726}" destId="{6D319D68-5C4D-4401-8631-82D7BDC722F0}" srcOrd="1" destOrd="0" presId="urn:microsoft.com/office/officeart/2005/8/layout/orgChart1"/>
    <dgm:cxn modelId="{BF11C43D-8CD3-4B92-99D1-CF25F77395EC}" type="presOf" srcId="{0BD00FC9-582B-4D33-BF1F-B2F019888F1D}" destId="{B5EF1843-4982-4A4E-95A3-F2029C98506B}" srcOrd="0" destOrd="0" presId="urn:microsoft.com/office/officeart/2005/8/layout/orgChart1"/>
    <dgm:cxn modelId="{8E7D4067-5781-4568-9BF8-A30BF9ABC2E0}" srcId="{0BD00FC9-582B-4D33-BF1F-B2F019888F1D}" destId="{2AA9F795-4C4A-405E-BDE6-82CD4D52CC5A}" srcOrd="0" destOrd="0" parTransId="{FBB8CBE4-04C3-4ACF-AFC4-E6C38CDBC41E}" sibTransId="{C3162F41-048E-4199-A313-EEA0BC9FD893}"/>
    <dgm:cxn modelId="{AB5A0D4B-A431-4EE8-82AE-6D161B38FE51}" type="presOf" srcId="{9D559330-950B-4C0A-ABD3-84C61CF29706}" destId="{069CB98C-BAA6-48A2-89B8-179ABCEA3EBA}" srcOrd="1" destOrd="0" presId="urn:microsoft.com/office/officeart/2005/8/layout/orgChart1"/>
    <dgm:cxn modelId="{92043070-F80F-4802-83BE-8416041F3A15}" type="presOf" srcId="{554FD0D0-AC27-4A41-BEB3-9B9C843957D3}" destId="{BD4DD00F-4A98-4008-B543-957F52CF6C7E}" srcOrd="1" destOrd="0" presId="urn:microsoft.com/office/officeart/2005/8/layout/orgChart1"/>
    <dgm:cxn modelId="{3D66B972-BDE1-4CA9-B4F0-1B143AB05B7A}" type="presOf" srcId="{2AA9F795-4C4A-405E-BDE6-82CD4D52CC5A}" destId="{A6AC4933-AEC7-4825-AF63-A8454B2440A6}" srcOrd="0" destOrd="0" presId="urn:microsoft.com/office/officeart/2005/8/layout/orgChart1"/>
    <dgm:cxn modelId="{4B0F2E53-A1A8-4E90-A6D3-B2EF99AC11AE}" type="presOf" srcId="{66EE1CE2-4056-4909-B492-23FDFF21B800}" destId="{2730394F-9B1C-4C5B-BC75-101F60830741}" srcOrd="0" destOrd="0" presId="urn:microsoft.com/office/officeart/2005/8/layout/orgChart1"/>
    <dgm:cxn modelId="{AA473656-66DF-4B6B-94D9-50474FB90C2E}" type="presOf" srcId="{C1FDEBCE-B163-4EFE-BB06-FCD74605AB52}" destId="{24F3F525-7821-4EE0-AADA-E677C704800C}" srcOrd="1" destOrd="0" presId="urn:microsoft.com/office/officeart/2005/8/layout/orgChart1"/>
    <dgm:cxn modelId="{54668E59-8AEF-4FA8-A809-6EC21B9A7E19}" type="presOf" srcId="{9A186429-1DBE-4D65-A3C9-881DA290210B}" destId="{1A2C4BF1-6D84-493B-8898-F2AD607E4E8C}" srcOrd="0" destOrd="0" presId="urn:microsoft.com/office/officeart/2005/8/layout/orgChart1"/>
    <dgm:cxn modelId="{59D7697B-2275-4F6B-8097-7DBE1B02A1E6}" srcId="{0BD00FC9-582B-4D33-BF1F-B2F019888F1D}" destId="{9D559330-950B-4C0A-ABD3-84C61CF29706}" srcOrd="2" destOrd="0" parTransId="{AB8824F0-C77E-4C2A-8D54-DA9872D2F5F3}" sibTransId="{49A25D44-25F4-4A67-BE40-B1FDAD623CE1}"/>
    <dgm:cxn modelId="{F13ABC7F-F97E-4837-A232-2108D1F597CB}" srcId="{6ACF4222-4C89-4FFC-AC2F-50CECAD8E2F2}" destId="{554FD0D0-AC27-4A41-BEB3-9B9C843957D3}" srcOrd="0" destOrd="0" parTransId="{9A186429-1DBE-4D65-A3C9-881DA290210B}" sibTransId="{EEBCBBD4-CCD8-421B-AD42-D2E3932F816B}"/>
    <dgm:cxn modelId="{A2781386-8406-4AF2-9CC0-35E8AD7368F3}" type="presOf" srcId="{E5099669-1301-48EF-BB1B-95F59EE02726}" destId="{DF1DC95F-DAA6-4689-A5CA-D1C389480AFD}" srcOrd="0" destOrd="0" presId="urn:microsoft.com/office/officeart/2005/8/layout/orgChart1"/>
    <dgm:cxn modelId="{20D14093-4C86-41E0-98A3-16F70658A602}" type="presOf" srcId="{1A44F9CC-D34C-4FD5-9F46-9591365F4EAE}" destId="{73E99D4B-E9AE-49EF-A7F2-B111840E19C3}" srcOrd="0" destOrd="0" presId="urn:microsoft.com/office/officeart/2005/8/layout/orgChart1"/>
    <dgm:cxn modelId="{77724A93-37E3-417F-B5E8-3AE5CFDC470C}" type="presOf" srcId="{9D559330-950B-4C0A-ABD3-84C61CF29706}" destId="{73543122-FE5D-46A6-98BC-3AF2A8BC7848}" srcOrd="0" destOrd="0" presId="urn:microsoft.com/office/officeart/2005/8/layout/orgChart1"/>
    <dgm:cxn modelId="{33664E9E-5A87-40BA-8B80-CEFC9F7EF954}" srcId="{2AA9F795-4C4A-405E-BDE6-82CD4D52CC5A}" destId="{E5099669-1301-48EF-BB1B-95F59EE02726}" srcOrd="1" destOrd="0" parTransId="{AB6971C0-9287-4E72-B09C-0D3F8F661C65}" sibTransId="{31870C30-AEF2-47C5-B17F-BBDAAF688ED2}"/>
    <dgm:cxn modelId="{500A73B0-7815-4FD9-B599-6C8A516BA919}" srcId="{1A44F9CC-D34C-4FD5-9F46-9591365F4EAE}" destId="{0BD00FC9-582B-4D33-BF1F-B2F019888F1D}" srcOrd="0" destOrd="0" parTransId="{37083B52-D08C-4CAC-A6A9-9AE295416A4F}" sibTransId="{A17F6FA7-A5F2-4A0D-93C6-AF5FFD9C8D35}"/>
    <dgm:cxn modelId="{74DEDCB6-29F4-4E35-A9B5-C6AEDA9B98E4}" srcId="{2AA9F795-4C4A-405E-BDE6-82CD4D52CC5A}" destId="{2B2AC801-ABBA-421D-9777-95E265B99DFF}" srcOrd="0" destOrd="0" parTransId="{DFA99A3E-4E74-448C-9CF9-65F9E5DA8EA8}" sibTransId="{AF0DAFD8-6A30-4D0A-8F5A-42F8FD96FACC}"/>
    <dgm:cxn modelId="{27CBAECE-ECA3-4A5A-9E71-ECB0CF580957}" type="presOf" srcId="{6ACF4222-4C89-4FFC-AC2F-50CECAD8E2F2}" destId="{1617C2C9-5780-4BF2-9169-4F8E5A013CB9}" srcOrd="1" destOrd="0" presId="urn:microsoft.com/office/officeart/2005/8/layout/orgChart1"/>
    <dgm:cxn modelId="{72A67AD0-3DAC-463D-A512-2AA889040885}" type="presOf" srcId="{6ACF4222-4C89-4FFC-AC2F-50CECAD8E2F2}" destId="{F5964C41-5927-41B9-A4FF-1E545253F755}" srcOrd="0" destOrd="0" presId="urn:microsoft.com/office/officeart/2005/8/layout/orgChart1"/>
    <dgm:cxn modelId="{DFDBC1D2-6BBA-4CEB-8ADD-9542558F4602}" type="presOf" srcId="{AB8824F0-C77E-4C2A-8D54-DA9872D2F5F3}" destId="{5CC00DCC-F427-4EC6-83BB-3DE8A5B15513}" srcOrd="0" destOrd="0" presId="urn:microsoft.com/office/officeart/2005/8/layout/orgChart1"/>
    <dgm:cxn modelId="{B204CCDE-0D6F-4A3C-AC44-595959E95A0D}" type="presOf" srcId="{C1FDEBCE-B163-4EFE-BB06-FCD74605AB52}" destId="{F8AD810C-2ED0-4D3B-9C2A-A4A10A565F92}" srcOrd="0" destOrd="0" presId="urn:microsoft.com/office/officeart/2005/8/layout/orgChart1"/>
    <dgm:cxn modelId="{F923A9E0-333C-466A-889D-4F6100C593A0}" type="presOf" srcId="{FBB8CBE4-04C3-4ACF-AFC4-E6C38CDBC41E}" destId="{83D9476E-EC35-47A7-8274-38D7705ECF6D}" srcOrd="0" destOrd="0" presId="urn:microsoft.com/office/officeart/2005/8/layout/orgChart1"/>
    <dgm:cxn modelId="{B770CAEF-2E67-43E3-8C31-B3913D66814B}" type="presOf" srcId="{2B2AC801-ABBA-421D-9777-95E265B99DFF}" destId="{F46D3BA2-683C-4A4A-821D-23132E3F17F7}" srcOrd="1" destOrd="0" presId="urn:microsoft.com/office/officeart/2005/8/layout/orgChart1"/>
    <dgm:cxn modelId="{AF4B78F5-9AD0-40EE-8A1C-3C67D2B5984A}" type="presOf" srcId="{2AA9F795-4C4A-405E-BDE6-82CD4D52CC5A}" destId="{4DBC53D0-BF82-41B6-81E1-46CABDF629C7}" srcOrd="1" destOrd="0" presId="urn:microsoft.com/office/officeart/2005/8/layout/orgChart1"/>
    <dgm:cxn modelId="{CFC70EFB-D4DD-432F-A560-B6CAC792D6E0}" srcId="{6ACF4222-4C89-4FFC-AC2F-50CECAD8E2F2}" destId="{C1FDEBCE-B163-4EFE-BB06-FCD74605AB52}" srcOrd="1" destOrd="0" parTransId="{66EE1CE2-4056-4909-B492-23FDFF21B800}" sibTransId="{685DEF1C-50FD-4DF5-928F-9562689609B2}"/>
    <dgm:cxn modelId="{EB8641FE-A357-4573-A5CB-9F2BF957AFF9}" type="presOf" srcId="{4FE79D9F-B7C7-4FB0-8968-30A9DF4929AD}" destId="{C83F210F-BA1E-43F2-96C2-ED1FBE5F9652}" srcOrd="0" destOrd="0" presId="urn:microsoft.com/office/officeart/2005/8/layout/orgChart1"/>
    <dgm:cxn modelId="{6161B8FF-E64A-4FD0-9FC2-8984F767E33B}" type="presOf" srcId="{0BD00FC9-582B-4D33-BF1F-B2F019888F1D}" destId="{50C07581-84E4-4E54-8B6A-7289E6E0B5F7}" srcOrd="1" destOrd="0" presId="urn:microsoft.com/office/officeart/2005/8/layout/orgChart1"/>
    <dgm:cxn modelId="{BC67BBD6-5AFB-4050-8EA3-9E1CAB2D1A30}" type="presParOf" srcId="{73E99D4B-E9AE-49EF-A7F2-B111840E19C3}" destId="{4CB4ACC7-B175-40EF-AE27-F00924991647}" srcOrd="0" destOrd="0" presId="urn:microsoft.com/office/officeart/2005/8/layout/orgChart1"/>
    <dgm:cxn modelId="{4DEB99AE-74A5-4B84-AAB3-691D418B3780}" type="presParOf" srcId="{4CB4ACC7-B175-40EF-AE27-F00924991647}" destId="{9DCCE079-CD7A-4E62-9555-CF74C7852FF8}" srcOrd="0" destOrd="0" presId="urn:microsoft.com/office/officeart/2005/8/layout/orgChart1"/>
    <dgm:cxn modelId="{5409F601-F2C9-4F25-8191-896D8C190053}" type="presParOf" srcId="{9DCCE079-CD7A-4E62-9555-CF74C7852FF8}" destId="{B5EF1843-4982-4A4E-95A3-F2029C98506B}" srcOrd="0" destOrd="0" presId="urn:microsoft.com/office/officeart/2005/8/layout/orgChart1"/>
    <dgm:cxn modelId="{F652BBB7-4F18-44BA-A6FC-3181391C589C}" type="presParOf" srcId="{9DCCE079-CD7A-4E62-9555-CF74C7852FF8}" destId="{50C07581-84E4-4E54-8B6A-7289E6E0B5F7}" srcOrd="1" destOrd="0" presId="urn:microsoft.com/office/officeart/2005/8/layout/orgChart1"/>
    <dgm:cxn modelId="{4209D1C7-E1E6-41AC-BC1E-A98F91A812DE}" type="presParOf" srcId="{4CB4ACC7-B175-40EF-AE27-F00924991647}" destId="{EB219BAA-8DD5-470F-965D-EAA1C0E3D477}" srcOrd="1" destOrd="0" presId="urn:microsoft.com/office/officeart/2005/8/layout/orgChart1"/>
    <dgm:cxn modelId="{3E24C7CD-9AAA-443C-965F-A71F52940D31}" type="presParOf" srcId="{EB219BAA-8DD5-470F-965D-EAA1C0E3D477}" destId="{83D9476E-EC35-47A7-8274-38D7705ECF6D}" srcOrd="0" destOrd="0" presId="urn:microsoft.com/office/officeart/2005/8/layout/orgChart1"/>
    <dgm:cxn modelId="{EE33A737-522E-445B-AF05-63CFE42F3893}" type="presParOf" srcId="{EB219BAA-8DD5-470F-965D-EAA1C0E3D477}" destId="{38C91FDE-85B6-4FE7-8241-9788C3B6EDF0}" srcOrd="1" destOrd="0" presId="urn:microsoft.com/office/officeart/2005/8/layout/orgChart1"/>
    <dgm:cxn modelId="{DF28AFFC-3BFD-4B2C-A726-097E146A0EBC}" type="presParOf" srcId="{38C91FDE-85B6-4FE7-8241-9788C3B6EDF0}" destId="{2D90B0F3-C88B-49B7-9EAA-85EF9BB7FED1}" srcOrd="0" destOrd="0" presId="urn:microsoft.com/office/officeart/2005/8/layout/orgChart1"/>
    <dgm:cxn modelId="{A376F859-C77D-4A1B-81E4-A5918067F04F}" type="presParOf" srcId="{2D90B0F3-C88B-49B7-9EAA-85EF9BB7FED1}" destId="{A6AC4933-AEC7-4825-AF63-A8454B2440A6}" srcOrd="0" destOrd="0" presId="urn:microsoft.com/office/officeart/2005/8/layout/orgChart1"/>
    <dgm:cxn modelId="{89192D1D-B1E3-48A0-B2D5-82B0F546D3AA}" type="presParOf" srcId="{2D90B0F3-C88B-49B7-9EAA-85EF9BB7FED1}" destId="{4DBC53D0-BF82-41B6-81E1-46CABDF629C7}" srcOrd="1" destOrd="0" presId="urn:microsoft.com/office/officeart/2005/8/layout/orgChart1"/>
    <dgm:cxn modelId="{2556B593-D8E5-46DB-BEF1-7C39E5E08DCB}" type="presParOf" srcId="{38C91FDE-85B6-4FE7-8241-9788C3B6EDF0}" destId="{D7D9E47D-9D94-4041-A0C9-8153986C4DBA}" srcOrd="1" destOrd="0" presId="urn:microsoft.com/office/officeart/2005/8/layout/orgChart1"/>
    <dgm:cxn modelId="{474AF27B-2C21-46FE-8212-CB45BB9FD1E9}" type="presParOf" srcId="{D7D9E47D-9D94-4041-A0C9-8153986C4DBA}" destId="{E3B4EAAE-CBCC-43B2-8ACE-C17A98C6E289}" srcOrd="0" destOrd="0" presId="urn:microsoft.com/office/officeart/2005/8/layout/orgChart1"/>
    <dgm:cxn modelId="{135A3C90-7EF4-4ADC-854F-8D5143291A39}" type="presParOf" srcId="{D7D9E47D-9D94-4041-A0C9-8153986C4DBA}" destId="{F1708910-DE3F-48C4-99D0-51A320B02E26}" srcOrd="1" destOrd="0" presId="urn:microsoft.com/office/officeart/2005/8/layout/orgChart1"/>
    <dgm:cxn modelId="{8DA1C70F-9F25-414C-BE03-926716200FF3}" type="presParOf" srcId="{F1708910-DE3F-48C4-99D0-51A320B02E26}" destId="{9931D442-AE38-4616-9468-5FF8E7AB42DB}" srcOrd="0" destOrd="0" presId="urn:microsoft.com/office/officeart/2005/8/layout/orgChart1"/>
    <dgm:cxn modelId="{DB4349E2-99C2-43E7-8279-2D25651CBCBD}" type="presParOf" srcId="{9931D442-AE38-4616-9468-5FF8E7AB42DB}" destId="{47160759-838B-4434-856B-822A51F232D9}" srcOrd="0" destOrd="0" presId="urn:microsoft.com/office/officeart/2005/8/layout/orgChart1"/>
    <dgm:cxn modelId="{F1D3D136-34FA-42F2-9813-A4AE7B28F05D}" type="presParOf" srcId="{9931D442-AE38-4616-9468-5FF8E7AB42DB}" destId="{F46D3BA2-683C-4A4A-821D-23132E3F17F7}" srcOrd="1" destOrd="0" presId="urn:microsoft.com/office/officeart/2005/8/layout/orgChart1"/>
    <dgm:cxn modelId="{650D48B6-C615-4B05-B76D-6C38A8803559}" type="presParOf" srcId="{F1708910-DE3F-48C4-99D0-51A320B02E26}" destId="{75D43F5E-DC46-414B-AD0C-92038BB9B45E}" srcOrd="1" destOrd="0" presId="urn:microsoft.com/office/officeart/2005/8/layout/orgChart1"/>
    <dgm:cxn modelId="{AF92E228-006A-47AD-B67E-21DBDD7D26EB}" type="presParOf" srcId="{F1708910-DE3F-48C4-99D0-51A320B02E26}" destId="{9EB88668-5905-478E-8DD4-86F679095B90}" srcOrd="2" destOrd="0" presId="urn:microsoft.com/office/officeart/2005/8/layout/orgChart1"/>
    <dgm:cxn modelId="{FB49E9E8-8C4E-47AF-A000-584BF46F5151}" type="presParOf" srcId="{D7D9E47D-9D94-4041-A0C9-8153986C4DBA}" destId="{B4313602-F67A-4D0A-A6CA-7D55EF0CDB93}" srcOrd="2" destOrd="0" presId="urn:microsoft.com/office/officeart/2005/8/layout/orgChart1"/>
    <dgm:cxn modelId="{EE7488EB-9A12-4D67-B151-B67FDB8347E1}" type="presParOf" srcId="{D7D9E47D-9D94-4041-A0C9-8153986C4DBA}" destId="{743A99E4-CFEE-4A00-BE8D-48FFA2615DC5}" srcOrd="3" destOrd="0" presId="urn:microsoft.com/office/officeart/2005/8/layout/orgChart1"/>
    <dgm:cxn modelId="{5F8C3A78-55E5-4FD1-BE8F-78415FAF8CE3}" type="presParOf" srcId="{743A99E4-CFEE-4A00-BE8D-48FFA2615DC5}" destId="{0E751A1E-22DE-4766-97CC-127166710B7F}" srcOrd="0" destOrd="0" presId="urn:microsoft.com/office/officeart/2005/8/layout/orgChart1"/>
    <dgm:cxn modelId="{30620911-C32D-4234-A85A-07E857851123}" type="presParOf" srcId="{0E751A1E-22DE-4766-97CC-127166710B7F}" destId="{DF1DC95F-DAA6-4689-A5CA-D1C389480AFD}" srcOrd="0" destOrd="0" presId="urn:microsoft.com/office/officeart/2005/8/layout/orgChart1"/>
    <dgm:cxn modelId="{33968D0D-7CD6-4CE4-B2BE-A9E2C9A4FA5F}" type="presParOf" srcId="{0E751A1E-22DE-4766-97CC-127166710B7F}" destId="{6D319D68-5C4D-4401-8631-82D7BDC722F0}" srcOrd="1" destOrd="0" presId="urn:microsoft.com/office/officeart/2005/8/layout/orgChart1"/>
    <dgm:cxn modelId="{49049174-7302-4382-8C86-0BC1879A4487}" type="presParOf" srcId="{743A99E4-CFEE-4A00-BE8D-48FFA2615DC5}" destId="{0321B75E-FF56-4019-B693-E8158C352222}" srcOrd="1" destOrd="0" presId="urn:microsoft.com/office/officeart/2005/8/layout/orgChart1"/>
    <dgm:cxn modelId="{6FF97A8A-9439-4EDD-91DD-62CF0C98DA95}" type="presParOf" srcId="{743A99E4-CFEE-4A00-BE8D-48FFA2615DC5}" destId="{814A9C00-42F3-4C67-A707-507B95F87314}" srcOrd="2" destOrd="0" presId="urn:microsoft.com/office/officeart/2005/8/layout/orgChart1"/>
    <dgm:cxn modelId="{D5BFDE30-E4C8-4F67-B06F-D526DDD5EA95}" type="presParOf" srcId="{38C91FDE-85B6-4FE7-8241-9788C3B6EDF0}" destId="{994D0351-18EF-4931-B0E4-1F4FBF57EE1D}" srcOrd="2" destOrd="0" presId="urn:microsoft.com/office/officeart/2005/8/layout/orgChart1"/>
    <dgm:cxn modelId="{DFE0FD48-79FF-40E1-8B06-70CB9B650722}" type="presParOf" srcId="{EB219BAA-8DD5-470F-965D-EAA1C0E3D477}" destId="{C83F210F-BA1E-43F2-96C2-ED1FBE5F9652}" srcOrd="2" destOrd="0" presId="urn:microsoft.com/office/officeart/2005/8/layout/orgChart1"/>
    <dgm:cxn modelId="{1CD7685B-33CA-4549-8EA8-AD76329EAEDF}" type="presParOf" srcId="{EB219BAA-8DD5-470F-965D-EAA1C0E3D477}" destId="{805B5701-9491-4DAF-B1F0-FAC984D1D202}" srcOrd="3" destOrd="0" presId="urn:microsoft.com/office/officeart/2005/8/layout/orgChart1"/>
    <dgm:cxn modelId="{8F950838-9296-41FC-A28E-4C1E9DC488E8}" type="presParOf" srcId="{805B5701-9491-4DAF-B1F0-FAC984D1D202}" destId="{314D4C20-2016-41CA-AC7C-930D9722A278}" srcOrd="0" destOrd="0" presId="urn:microsoft.com/office/officeart/2005/8/layout/orgChart1"/>
    <dgm:cxn modelId="{D74A546F-DBE6-405F-8F88-23572F9A9866}" type="presParOf" srcId="{314D4C20-2016-41CA-AC7C-930D9722A278}" destId="{F5964C41-5927-41B9-A4FF-1E545253F755}" srcOrd="0" destOrd="0" presId="urn:microsoft.com/office/officeart/2005/8/layout/orgChart1"/>
    <dgm:cxn modelId="{62178214-A702-49CF-85A2-4492746A5FBB}" type="presParOf" srcId="{314D4C20-2016-41CA-AC7C-930D9722A278}" destId="{1617C2C9-5780-4BF2-9169-4F8E5A013CB9}" srcOrd="1" destOrd="0" presId="urn:microsoft.com/office/officeart/2005/8/layout/orgChart1"/>
    <dgm:cxn modelId="{4B257230-4DE8-4657-AFBC-BB5C3B42F1FE}" type="presParOf" srcId="{805B5701-9491-4DAF-B1F0-FAC984D1D202}" destId="{B51C5269-2A0D-42F2-9D73-27260F0DD920}" srcOrd="1" destOrd="0" presId="urn:microsoft.com/office/officeart/2005/8/layout/orgChart1"/>
    <dgm:cxn modelId="{483A1DF5-5CC2-4E1B-ACED-D519AD1E5D74}" type="presParOf" srcId="{B51C5269-2A0D-42F2-9D73-27260F0DD920}" destId="{1A2C4BF1-6D84-493B-8898-F2AD607E4E8C}" srcOrd="0" destOrd="0" presId="urn:microsoft.com/office/officeart/2005/8/layout/orgChart1"/>
    <dgm:cxn modelId="{88B3E068-BF9D-499F-89B8-718D3CEF4CE9}" type="presParOf" srcId="{B51C5269-2A0D-42F2-9D73-27260F0DD920}" destId="{FDBD8464-FDC3-4691-8978-347C77621ECD}" srcOrd="1" destOrd="0" presId="urn:microsoft.com/office/officeart/2005/8/layout/orgChart1"/>
    <dgm:cxn modelId="{714B9201-63EF-4732-A738-DFA9DF7348DF}" type="presParOf" srcId="{FDBD8464-FDC3-4691-8978-347C77621ECD}" destId="{CF5C0C19-B7E0-4C7A-A1F1-F53E4C613CC0}" srcOrd="0" destOrd="0" presId="urn:microsoft.com/office/officeart/2005/8/layout/orgChart1"/>
    <dgm:cxn modelId="{5D4A1E4B-F5D0-4CA2-974C-DBBC86CF5A14}" type="presParOf" srcId="{CF5C0C19-B7E0-4C7A-A1F1-F53E4C613CC0}" destId="{5DE833A4-E1E2-47A9-A005-C27747FE1C5C}" srcOrd="0" destOrd="0" presId="urn:microsoft.com/office/officeart/2005/8/layout/orgChart1"/>
    <dgm:cxn modelId="{174D8EE8-548C-45CC-810B-CB48C2E5A49E}" type="presParOf" srcId="{CF5C0C19-B7E0-4C7A-A1F1-F53E4C613CC0}" destId="{BD4DD00F-4A98-4008-B543-957F52CF6C7E}" srcOrd="1" destOrd="0" presId="urn:microsoft.com/office/officeart/2005/8/layout/orgChart1"/>
    <dgm:cxn modelId="{E50D47C8-0D49-4A37-855A-B17A16D61D95}" type="presParOf" srcId="{FDBD8464-FDC3-4691-8978-347C77621ECD}" destId="{2AB65C7A-EA64-4676-BB98-FD4EE8224BEB}" srcOrd="1" destOrd="0" presId="urn:microsoft.com/office/officeart/2005/8/layout/orgChart1"/>
    <dgm:cxn modelId="{F1336970-05DC-4BC1-B2EA-6F1680D9F2A6}" type="presParOf" srcId="{FDBD8464-FDC3-4691-8978-347C77621ECD}" destId="{21991946-F703-4F41-9C9A-D27BA895AAF5}" srcOrd="2" destOrd="0" presId="urn:microsoft.com/office/officeart/2005/8/layout/orgChart1"/>
    <dgm:cxn modelId="{0D939A4A-C48C-4EA7-A57A-6CECB8F2DAC9}" type="presParOf" srcId="{B51C5269-2A0D-42F2-9D73-27260F0DD920}" destId="{2730394F-9B1C-4C5B-BC75-101F60830741}" srcOrd="2" destOrd="0" presId="urn:microsoft.com/office/officeart/2005/8/layout/orgChart1"/>
    <dgm:cxn modelId="{8159EA35-3FE7-459C-86A3-65909E5C7A0B}" type="presParOf" srcId="{B51C5269-2A0D-42F2-9D73-27260F0DD920}" destId="{1D681633-2EF8-4719-AE1F-5CAA3553A0CB}" srcOrd="3" destOrd="0" presId="urn:microsoft.com/office/officeart/2005/8/layout/orgChart1"/>
    <dgm:cxn modelId="{BE92CF02-4A2C-48C5-B593-E2C2EEC0F51B}" type="presParOf" srcId="{1D681633-2EF8-4719-AE1F-5CAA3553A0CB}" destId="{D1603F4E-0B16-45D7-BB55-890C2DA574F5}" srcOrd="0" destOrd="0" presId="urn:microsoft.com/office/officeart/2005/8/layout/orgChart1"/>
    <dgm:cxn modelId="{5677BAD6-9FE4-42B1-82C6-C9C98CD6E330}" type="presParOf" srcId="{D1603F4E-0B16-45D7-BB55-890C2DA574F5}" destId="{F8AD810C-2ED0-4D3B-9C2A-A4A10A565F92}" srcOrd="0" destOrd="0" presId="urn:microsoft.com/office/officeart/2005/8/layout/orgChart1"/>
    <dgm:cxn modelId="{D59C443D-7876-433A-A940-AA90E31ABB36}" type="presParOf" srcId="{D1603F4E-0B16-45D7-BB55-890C2DA574F5}" destId="{24F3F525-7821-4EE0-AADA-E677C704800C}" srcOrd="1" destOrd="0" presId="urn:microsoft.com/office/officeart/2005/8/layout/orgChart1"/>
    <dgm:cxn modelId="{D371F6A0-E512-4B3A-BE65-0A31B9A451FA}" type="presParOf" srcId="{1D681633-2EF8-4719-AE1F-5CAA3553A0CB}" destId="{D4CD9CF8-AF47-4072-815D-A9F36C00C9BE}" srcOrd="1" destOrd="0" presId="urn:microsoft.com/office/officeart/2005/8/layout/orgChart1"/>
    <dgm:cxn modelId="{C39DD7FD-891F-4085-A930-64C30AD72280}" type="presParOf" srcId="{1D681633-2EF8-4719-AE1F-5CAA3553A0CB}" destId="{20209F73-B597-4403-B740-B0B064809ED9}" srcOrd="2" destOrd="0" presId="urn:microsoft.com/office/officeart/2005/8/layout/orgChart1"/>
    <dgm:cxn modelId="{1C5C0C36-AB12-4023-9363-FA8495E83AAB}" type="presParOf" srcId="{805B5701-9491-4DAF-B1F0-FAC984D1D202}" destId="{A8AE6422-EB9D-495D-B83B-7AB9E0A80FFF}" srcOrd="2" destOrd="0" presId="urn:microsoft.com/office/officeart/2005/8/layout/orgChart1"/>
    <dgm:cxn modelId="{27FB47B5-D121-4935-B6D3-355AB874AC00}" type="presParOf" srcId="{EB219BAA-8DD5-470F-965D-EAA1C0E3D477}" destId="{5CC00DCC-F427-4EC6-83BB-3DE8A5B15513}" srcOrd="4" destOrd="0" presId="urn:microsoft.com/office/officeart/2005/8/layout/orgChart1"/>
    <dgm:cxn modelId="{2E9A6D5D-83E8-435E-9E12-108FCE09851E}" type="presParOf" srcId="{EB219BAA-8DD5-470F-965D-EAA1C0E3D477}" destId="{F47BCE18-DB7D-4DCC-9239-990D2ADAEEC7}" srcOrd="5" destOrd="0" presId="urn:microsoft.com/office/officeart/2005/8/layout/orgChart1"/>
    <dgm:cxn modelId="{BD60284D-B7D0-4342-BCA0-89AA39214C01}" type="presParOf" srcId="{F47BCE18-DB7D-4DCC-9239-990D2ADAEEC7}" destId="{8C81BF58-EDEB-41A7-8065-547FCE0AF3CA}" srcOrd="0" destOrd="0" presId="urn:microsoft.com/office/officeart/2005/8/layout/orgChart1"/>
    <dgm:cxn modelId="{80A89720-E852-428C-9B28-1887D49BEDAE}" type="presParOf" srcId="{8C81BF58-EDEB-41A7-8065-547FCE0AF3CA}" destId="{73543122-FE5D-46A6-98BC-3AF2A8BC7848}" srcOrd="0" destOrd="0" presId="urn:microsoft.com/office/officeart/2005/8/layout/orgChart1"/>
    <dgm:cxn modelId="{E81F3E88-BF96-4414-8801-112DF891BD2A}" type="presParOf" srcId="{8C81BF58-EDEB-41A7-8065-547FCE0AF3CA}" destId="{069CB98C-BAA6-48A2-89B8-179ABCEA3EBA}" srcOrd="1" destOrd="0" presId="urn:microsoft.com/office/officeart/2005/8/layout/orgChart1"/>
    <dgm:cxn modelId="{F5E6C948-6767-49E4-8E08-645F7CB2F97A}" type="presParOf" srcId="{F47BCE18-DB7D-4DCC-9239-990D2ADAEEC7}" destId="{55D82B76-C219-46F1-B110-4BB2DC80C601}" srcOrd="1" destOrd="0" presId="urn:microsoft.com/office/officeart/2005/8/layout/orgChart1"/>
    <dgm:cxn modelId="{6FB0AF12-17F9-4828-B53F-C36E3236E745}" type="presParOf" srcId="{F47BCE18-DB7D-4DCC-9239-990D2ADAEEC7}" destId="{71EFDDBD-4456-4D13-BEBD-654C45F1FEB4}" srcOrd="2" destOrd="0" presId="urn:microsoft.com/office/officeart/2005/8/layout/orgChart1"/>
    <dgm:cxn modelId="{BC274C6A-3E5D-4540-97B8-10C46CD89AD5}" type="presParOf" srcId="{4CB4ACC7-B175-40EF-AE27-F00924991647}" destId="{E6452B30-C3CE-4F91-AB70-9E6FEB640ED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B4799-F661-4822-AE20-5A0FF7429CEC}">
      <dsp:nvSpPr>
        <dsp:cNvPr id="0" name=""/>
        <dsp:cNvSpPr/>
      </dsp:nvSpPr>
      <dsp:spPr>
        <a:xfrm>
          <a:off x="6096000" y="2697658"/>
          <a:ext cx="3035448" cy="11813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0698"/>
              </a:lnTo>
              <a:lnTo>
                <a:pt x="3035448" y="590698"/>
              </a:lnTo>
              <a:lnTo>
                <a:pt x="3035448" y="11813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DACBAD-A629-4527-9695-ABF68CFCAA04}">
      <dsp:nvSpPr>
        <dsp:cNvPr id="0" name=""/>
        <dsp:cNvSpPr/>
      </dsp:nvSpPr>
      <dsp:spPr>
        <a:xfrm>
          <a:off x="2571601" y="2697658"/>
          <a:ext cx="3524398" cy="1181397"/>
        </a:xfrm>
        <a:custGeom>
          <a:avLst/>
          <a:gdLst/>
          <a:ahLst/>
          <a:cxnLst/>
          <a:rect l="0" t="0" r="0" b="0"/>
          <a:pathLst>
            <a:path>
              <a:moveTo>
                <a:pt x="3524398" y="0"/>
              </a:moveTo>
              <a:lnTo>
                <a:pt x="3524398" y="590698"/>
              </a:lnTo>
              <a:lnTo>
                <a:pt x="0" y="590698"/>
              </a:lnTo>
              <a:lnTo>
                <a:pt x="0" y="11813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420941-5A81-4735-BD05-1C93D34A5F34}">
      <dsp:nvSpPr>
        <dsp:cNvPr id="0" name=""/>
        <dsp:cNvSpPr/>
      </dsp:nvSpPr>
      <dsp:spPr>
        <a:xfrm>
          <a:off x="3651250" y="166092"/>
          <a:ext cx="4889499" cy="2531566"/>
        </a:xfrm>
        <a:prstGeom prst="rect">
          <a:avLst/>
        </a:prstGeom>
        <a:solidFill>
          <a:srgbClr val="2E2B2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357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 dirty="0">
              <a:solidFill>
                <a:schemeClr val="bg1"/>
              </a:solidFill>
              <a:latin typeface="Bahnschrift" panose="020B0502040204020203" pitchFamily="34" charset="0"/>
            </a:rPr>
            <a:t>Фреймворки</a:t>
          </a:r>
        </a:p>
      </dsp:txBody>
      <dsp:txXfrm>
        <a:off x="3651250" y="166092"/>
        <a:ext cx="4889499" cy="2531566"/>
      </dsp:txXfrm>
    </dsp:sp>
    <dsp:sp modelId="{B85F1ECF-E306-4482-B5DB-B759D49DEAAB}">
      <dsp:nvSpPr>
        <dsp:cNvPr id="0" name=""/>
        <dsp:cNvSpPr/>
      </dsp:nvSpPr>
      <dsp:spPr>
        <a:xfrm flipH="1">
          <a:off x="11997122" y="0"/>
          <a:ext cx="68560" cy="6858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>
            <a:latin typeface="Bahnschrift" panose="020B0502040204020203" pitchFamily="34" charset="0"/>
          </a:endParaRPr>
        </a:p>
      </dsp:txBody>
      <dsp:txXfrm>
        <a:off x="11997122" y="0"/>
        <a:ext cx="68560" cy="68580"/>
      </dsp:txXfrm>
    </dsp:sp>
    <dsp:sp modelId="{91F637E1-E1F6-4031-8BD0-9E9F0D2FECA1}">
      <dsp:nvSpPr>
        <dsp:cNvPr id="0" name=""/>
        <dsp:cNvSpPr/>
      </dsp:nvSpPr>
      <dsp:spPr>
        <a:xfrm>
          <a:off x="126851" y="3879056"/>
          <a:ext cx="4889499" cy="2531566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357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rgbClr val="F2F27E"/>
              </a:solidFill>
              <a:latin typeface="Bahnschrift" panose="020B0502040204020203" pitchFamily="34" charset="0"/>
            </a:rPr>
            <a:t>Flask</a:t>
          </a:r>
          <a:endParaRPr lang="ru-RU" sz="65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126851" y="3879056"/>
        <a:ext cx="4889499" cy="2531566"/>
      </dsp:txXfrm>
    </dsp:sp>
    <dsp:sp modelId="{C9248C78-239B-4E6A-8986-E60AE3F94747}">
      <dsp:nvSpPr>
        <dsp:cNvPr id="0" name=""/>
        <dsp:cNvSpPr/>
      </dsp:nvSpPr>
      <dsp:spPr>
        <a:xfrm>
          <a:off x="1104751" y="5848052"/>
          <a:ext cx="4400549" cy="8438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35560" rIns="142240" bIns="35560" numCol="1" spcCol="1270" anchor="ctr" anchorCtr="0">
          <a:noAutofit/>
        </a:bodyPr>
        <a:lstStyle/>
        <a:p>
          <a:pPr marL="0" lvl="0" indent="0" algn="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>
              <a:latin typeface="Bahnschrift" panose="020B0502040204020203" pitchFamily="34" charset="0"/>
            </a:rPr>
            <a:t>Backend</a:t>
          </a:r>
          <a:endParaRPr lang="ru-RU" sz="5600" kern="1200" dirty="0">
            <a:latin typeface="Bahnschrift" panose="020B0502040204020203" pitchFamily="34" charset="0"/>
          </a:endParaRPr>
        </a:p>
      </dsp:txBody>
      <dsp:txXfrm>
        <a:off x="1104751" y="5848052"/>
        <a:ext cx="4400549" cy="843855"/>
      </dsp:txXfrm>
    </dsp:sp>
    <dsp:sp modelId="{3B4B8BDB-A79C-404E-AEFB-5DF1939B09CD}">
      <dsp:nvSpPr>
        <dsp:cNvPr id="0" name=""/>
        <dsp:cNvSpPr/>
      </dsp:nvSpPr>
      <dsp:spPr>
        <a:xfrm>
          <a:off x="6686698" y="3879056"/>
          <a:ext cx="4889500" cy="2531566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357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rgbClr val="F2F27E"/>
              </a:solidFill>
              <a:latin typeface="Bahnschrift" panose="020B0502040204020203" pitchFamily="34" charset="0"/>
            </a:rPr>
            <a:t>Bootstrap</a:t>
          </a:r>
          <a:endParaRPr lang="ru-RU" sz="65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6686698" y="3879056"/>
        <a:ext cx="4889500" cy="2531566"/>
      </dsp:txXfrm>
    </dsp:sp>
    <dsp:sp modelId="{D5316A49-EDA9-4AFE-85D5-BA3B27642F69}">
      <dsp:nvSpPr>
        <dsp:cNvPr id="0" name=""/>
        <dsp:cNvSpPr/>
      </dsp:nvSpPr>
      <dsp:spPr>
        <a:xfrm>
          <a:off x="7664598" y="5848052"/>
          <a:ext cx="4400550" cy="8438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35560" rIns="142240" bIns="35560" numCol="1" spcCol="1270" anchor="ctr" anchorCtr="0">
          <a:noAutofit/>
        </a:bodyPr>
        <a:lstStyle/>
        <a:p>
          <a:pPr marL="0" lvl="0" indent="0" algn="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>
              <a:latin typeface="Bahnschrift" panose="020B0502040204020203" pitchFamily="34" charset="0"/>
            </a:rPr>
            <a:t>Frontend</a:t>
          </a:r>
          <a:endParaRPr lang="ru-RU" sz="5600" kern="1200" dirty="0">
            <a:latin typeface="Bahnschrift" panose="020B0502040204020203" pitchFamily="34" charset="0"/>
          </a:endParaRPr>
        </a:p>
      </dsp:txBody>
      <dsp:txXfrm>
        <a:off x="7664598" y="5848052"/>
        <a:ext cx="4400550" cy="8438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5353F-F3FC-4EFB-8C44-029092A75C29}">
      <dsp:nvSpPr>
        <dsp:cNvPr id="0" name=""/>
        <dsp:cNvSpPr/>
      </dsp:nvSpPr>
      <dsp:spPr>
        <a:xfrm>
          <a:off x="9617658" y="1923396"/>
          <a:ext cx="145691" cy="1695153"/>
        </a:xfrm>
        <a:custGeom>
          <a:avLst/>
          <a:gdLst/>
          <a:ahLst/>
          <a:cxnLst/>
          <a:rect l="0" t="0" r="0" b="0"/>
          <a:pathLst>
            <a:path>
              <a:moveTo>
                <a:pt x="145691" y="0"/>
              </a:moveTo>
              <a:lnTo>
                <a:pt x="145691" y="1695153"/>
              </a:lnTo>
              <a:lnTo>
                <a:pt x="0" y="169515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6CD42E-E81D-445A-B4CB-9A6DB00CA16F}">
      <dsp:nvSpPr>
        <dsp:cNvPr id="0" name=""/>
        <dsp:cNvSpPr/>
      </dsp:nvSpPr>
      <dsp:spPr>
        <a:xfrm>
          <a:off x="9763350" y="1923396"/>
          <a:ext cx="186744" cy="14358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5896"/>
              </a:lnTo>
              <a:lnTo>
                <a:pt x="186744" y="14358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199D63-C449-4EB0-9193-9F11A5FCFF3F}">
      <dsp:nvSpPr>
        <dsp:cNvPr id="0" name=""/>
        <dsp:cNvSpPr/>
      </dsp:nvSpPr>
      <dsp:spPr>
        <a:xfrm>
          <a:off x="9763350" y="1923396"/>
          <a:ext cx="186744" cy="507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338"/>
              </a:lnTo>
              <a:lnTo>
                <a:pt x="186744" y="5073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92F7C-E6BC-4361-BCA6-2AA464D4BC4E}">
      <dsp:nvSpPr>
        <dsp:cNvPr id="0" name=""/>
        <dsp:cNvSpPr/>
      </dsp:nvSpPr>
      <dsp:spPr>
        <a:xfrm>
          <a:off x="6096000" y="651201"/>
          <a:ext cx="4190480" cy="618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0959"/>
              </a:lnTo>
              <a:lnTo>
                <a:pt x="4190480" y="480959"/>
              </a:lnTo>
              <a:lnTo>
                <a:pt x="4190480" y="61828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DD7089-842D-483A-AE20-CCD340F24B34}">
      <dsp:nvSpPr>
        <dsp:cNvPr id="0" name=""/>
        <dsp:cNvSpPr/>
      </dsp:nvSpPr>
      <dsp:spPr>
        <a:xfrm>
          <a:off x="7761799" y="1923403"/>
          <a:ext cx="173980" cy="1398178"/>
        </a:xfrm>
        <a:custGeom>
          <a:avLst/>
          <a:gdLst/>
          <a:ahLst/>
          <a:cxnLst/>
          <a:rect l="0" t="0" r="0" b="0"/>
          <a:pathLst>
            <a:path>
              <a:moveTo>
                <a:pt x="173980" y="0"/>
              </a:moveTo>
              <a:lnTo>
                <a:pt x="173980" y="1398178"/>
              </a:lnTo>
              <a:lnTo>
                <a:pt x="0" y="13981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8C8143-B572-4B5B-8A78-E28EE9CA569A}">
      <dsp:nvSpPr>
        <dsp:cNvPr id="0" name=""/>
        <dsp:cNvSpPr/>
      </dsp:nvSpPr>
      <dsp:spPr>
        <a:xfrm>
          <a:off x="7935779" y="1923403"/>
          <a:ext cx="174503" cy="667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586"/>
              </a:lnTo>
              <a:lnTo>
                <a:pt x="174503" y="6675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7FE5F-C521-441D-B332-CE1BB4930D73}">
      <dsp:nvSpPr>
        <dsp:cNvPr id="0" name=""/>
        <dsp:cNvSpPr/>
      </dsp:nvSpPr>
      <dsp:spPr>
        <a:xfrm>
          <a:off x="6096000" y="651201"/>
          <a:ext cx="2362910" cy="6182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0966"/>
              </a:lnTo>
              <a:lnTo>
                <a:pt x="2362910" y="480966"/>
              </a:lnTo>
              <a:lnTo>
                <a:pt x="2362910" y="6182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CAADA-5401-4DE8-A8D2-C73A21F8298C}">
      <dsp:nvSpPr>
        <dsp:cNvPr id="0" name=""/>
        <dsp:cNvSpPr/>
      </dsp:nvSpPr>
      <dsp:spPr>
        <a:xfrm>
          <a:off x="5754179" y="1847987"/>
          <a:ext cx="340924" cy="1404887"/>
        </a:xfrm>
        <a:custGeom>
          <a:avLst/>
          <a:gdLst/>
          <a:ahLst/>
          <a:cxnLst/>
          <a:rect l="0" t="0" r="0" b="0"/>
          <a:pathLst>
            <a:path>
              <a:moveTo>
                <a:pt x="340924" y="0"/>
              </a:moveTo>
              <a:lnTo>
                <a:pt x="340924" y="1404887"/>
              </a:lnTo>
              <a:lnTo>
                <a:pt x="0" y="140488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79EA17-E2AD-4AE6-BB9F-8276BAB5BD68}">
      <dsp:nvSpPr>
        <dsp:cNvPr id="0" name=""/>
        <dsp:cNvSpPr/>
      </dsp:nvSpPr>
      <dsp:spPr>
        <a:xfrm>
          <a:off x="6095104" y="1847987"/>
          <a:ext cx="166904" cy="5638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3889"/>
              </a:lnTo>
              <a:lnTo>
                <a:pt x="166904" y="5638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7893B-FDCB-42AB-9FD9-519CFA24B63E}">
      <dsp:nvSpPr>
        <dsp:cNvPr id="0" name=""/>
        <dsp:cNvSpPr/>
      </dsp:nvSpPr>
      <dsp:spPr>
        <a:xfrm>
          <a:off x="6096000" y="651201"/>
          <a:ext cx="522234" cy="542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5550"/>
              </a:lnTo>
              <a:lnTo>
                <a:pt x="522234" y="405550"/>
              </a:lnTo>
              <a:lnTo>
                <a:pt x="522234" y="542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D54059-6E8E-48BB-9FB2-648F8300CFC0}">
      <dsp:nvSpPr>
        <dsp:cNvPr id="0" name=""/>
        <dsp:cNvSpPr/>
      </dsp:nvSpPr>
      <dsp:spPr>
        <a:xfrm>
          <a:off x="4089305" y="1781994"/>
          <a:ext cx="105506" cy="658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8157"/>
              </a:lnTo>
              <a:lnTo>
                <a:pt x="105506" y="6581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AB5218-B03C-415A-A499-377554419ECB}">
      <dsp:nvSpPr>
        <dsp:cNvPr id="0" name=""/>
        <dsp:cNvSpPr/>
      </dsp:nvSpPr>
      <dsp:spPr>
        <a:xfrm>
          <a:off x="4722618" y="651201"/>
          <a:ext cx="1373381" cy="476879"/>
        </a:xfrm>
        <a:custGeom>
          <a:avLst/>
          <a:gdLst/>
          <a:ahLst/>
          <a:cxnLst/>
          <a:rect l="0" t="0" r="0" b="0"/>
          <a:pathLst>
            <a:path>
              <a:moveTo>
                <a:pt x="1373381" y="0"/>
              </a:moveTo>
              <a:lnTo>
                <a:pt x="1373381" y="339557"/>
              </a:lnTo>
              <a:lnTo>
                <a:pt x="0" y="339557"/>
              </a:lnTo>
              <a:lnTo>
                <a:pt x="0" y="4768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F1D100-6B72-49D2-9E40-7D00BCFC897C}">
      <dsp:nvSpPr>
        <dsp:cNvPr id="0" name=""/>
        <dsp:cNvSpPr/>
      </dsp:nvSpPr>
      <dsp:spPr>
        <a:xfrm>
          <a:off x="1851120" y="1561762"/>
          <a:ext cx="369189" cy="2244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4303"/>
              </a:lnTo>
              <a:lnTo>
                <a:pt x="369189" y="22443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E8FE3-367A-4167-AB31-B45399B6BAB1}">
      <dsp:nvSpPr>
        <dsp:cNvPr id="0" name=""/>
        <dsp:cNvSpPr/>
      </dsp:nvSpPr>
      <dsp:spPr>
        <a:xfrm>
          <a:off x="1726278" y="1561762"/>
          <a:ext cx="124841" cy="2187746"/>
        </a:xfrm>
        <a:custGeom>
          <a:avLst/>
          <a:gdLst/>
          <a:ahLst/>
          <a:cxnLst/>
          <a:rect l="0" t="0" r="0" b="0"/>
          <a:pathLst>
            <a:path>
              <a:moveTo>
                <a:pt x="124841" y="0"/>
              </a:moveTo>
              <a:lnTo>
                <a:pt x="124841" y="2187746"/>
              </a:lnTo>
              <a:lnTo>
                <a:pt x="0" y="21877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441680-D134-45FC-8A20-E4895F27A76A}">
      <dsp:nvSpPr>
        <dsp:cNvPr id="0" name=""/>
        <dsp:cNvSpPr/>
      </dsp:nvSpPr>
      <dsp:spPr>
        <a:xfrm>
          <a:off x="1851120" y="1561762"/>
          <a:ext cx="367842" cy="13868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6832"/>
              </a:lnTo>
              <a:lnTo>
                <a:pt x="367842" y="138683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ADDA36-A5D0-45CF-9186-F4B851D9ECA9}">
      <dsp:nvSpPr>
        <dsp:cNvPr id="0" name=""/>
        <dsp:cNvSpPr/>
      </dsp:nvSpPr>
      <dsp:spPr>
        <a:xfrm>
          <a:off x="1851120" y="1561762"/>
          <a:ext cx="367842" cy="5955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5597"/>
              </a:lnTo>
              <a:lnTo>
                <a:pt x="367842" y="5955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1CF87F-CF07-4543-AEDB-40B40F45318B}">
      <dsp:nvSpPr>
        <dsp:cNvPr id="0" name=""/>
        <dsp:cNvSpPr/>
      </dsp:nvSpPr>
      <dsp:spPr>
        <a:xfrm>
          <a:off x="1713919" y="1561762"/>
          <a:ext cx="137200" cy="1387081"/>
        </a:xfrm>
        <a:custGeom>
          <a:avLst/>
          <a:gdLst/>
          <a:ahLst/>
          <a:cxnLst/>
          <a:rect l="0" t="0" r="0" b="0"/>
          <a:pathLst>
            <a:path>
              <a:moveTo>
                <a:pt x="137200" y="0"/>
              </a:moveTo>
              <a:lnTo>
                <a:pt x="137200" y="1387081"/>
              </a:lnTo>
              <a:lnTo>
                <a:pt x="0" y="13870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CD76CF-2BC9-4584-8CE9-0F6CC43CFF44}">
      <dsp:nvSpPr>
        <dsp:cNvPr id="0" name=""/>
        <dsp:cNvSpPr/>
      </dsp:nvSpPr>
      <dsp:spPr>
        <a:xfrm>
          <a:off x="1713919" y="1561762"/>
          <a:ext cx="137200" cy="704382"/>
        </a:xfrm>
        <a:custGeom>
          <a:avLst/>
          <a:gdLst/>
          <a:ahLst/>
          <a:cxnLst/>
          <a:rect l="0" t="0" r="0" b="0"/>
          <a:pathLst>
            <a:path>
              <a:moveTo>
                <a:pt x="137200" y="0"/>
              </a:moveTo>
              <a:lnTo>
                <a:pt x="137200" y="704382"/>
              </a:lnTo>
              <a:lnTo>
                <a:pt x="0" y="704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95230E-2F9D-48F5-BFF7-1F048A02DAE0}">
      <dsp:nvSpPr>
        <dsp:cNvPr id="0" name=""/>
        <dsp:cNvSpPr/>
      </dsp:nvSpPr>
      <dsp:spPr>
        <a:xfrm>
          <a:off x="2491301" y="651201"/>
          <a:ext cx="3604698" cy="256647"/>
        </a:xfrm>
        <a:custGeom>
          <a:avLst/>
          <a:gdLst/>
          <a:ahLst/>
          <a:cxnLst/>
          <a:rect l="0" t="0" r="0" b="0"/>
          <a:pathLst>
            <a:path>
              <a:moveTo>
                <a:pt x="3604698" y="0"/>
              </a:moveTo>
              <a:lnTo>
                <a:pt x="3604698" y="119326"/>
              </a:lnTo>
              <a:lnTo>
                <a:pt x="0" y="119326"/>
              </a:lnTo>
              <a:lnTo>
                <a:pt x="0" y="25664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B5C4E-3274-49F7-BB68-5F933EB854D1}">
      <dsp:nvSpPr>
        <dsp:cNvPr id="0" name=""/>
        <dsp:cNvSpPr/>
      </dsp:nvSpPr>
      <dsp:spPr>
        <a:xfrm>
          <a:off x="4028796" y="301658"/>
          <a:ext cx="4134407" cy="349542"/>
        </a:xfrm>
        <a:prstGeom prst="rect">
          <a:avLst/>
        </a:prstGeom>
        <a:solidFill>
          <a:srgbClr val="2E2B2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Bahnschrift" panose="020B0502040204020203" pitchFamily="34" charset="0"/>
            </a:rPr>
            <a:t>Используемые библиотеки</a:t>
          </a:r>
        </a:p>
      </dsp:txBody>
      <dsp:txXfrm>
        <a:off x="4028796" y="301658"/>
        <a:ext cx="4134407" cy="349542"/>
      </dsp:txXfrm>
    </dsp:sp>
    <dsp:sp modelId="{8CC3FA7D-3045-4F5B-95C9-B79D29BD9D05}">
      <dsp:nvSpPr>
        <dsp:cNvPr id="0" name=""/>
        <dsp:cNvSpPr/>
      </dsp:nvSpPr>
      <dsp:spPr>
        <a:xfrm>
          <a:off x="1691074" y="907849"/>
          <a:ext cx="1600453" cy="653913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2F27E"/>
              </a:solidFill>
              <a:latin typeface="Bahnschrift" panose="020B0502040204020203" pitchFamily="34" charset="0"/>
            </a:rPr>
            <a:t>Безопасность</a:t>
          </a:r>
        </a:p>
      </dsp:txBody>
      <dsp:txXfrm>
        <a:off x="1691074" y="907849"/>
        <a:ext cx="1600453" cy="653913"/>
      </dsp:txXfrm>
    </dsp:sp>
    <dsp:sp modelId="{AF770936-C06F-4704-932D-201E6924B1F1}">
      <dsp:nvSpPr>
        <dsp:cNvPr id="0" name=""/>
        <dsp:cNvSpPr/>
      </dsp:nvSpPr>
      <dsp:spPr>
        <a:xfrm>
          <a:off x="406092" y="1939188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2"/>
              </a:solidFill>
              <a:latin typeface="Bahnschrift" panose="020B0502040204020203" pitchFamily="34" charset="0"/>
            </a:rPr>
            <a:t>Werkzeug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406092" y="1939188"/>
        <a:ext cx="1307827" cy="653913"/>
      </dsp:txXfrm>
    </dsp:sp>
    <dsp:sp modelId="{5681C353-5377-490C-988F-33D0EF7BF39C}">
      <dsp:nvSpPr>
        <dsp:cNvPr id="0" name=""/>
        <dsp:cNvSpPr/>
      </dsp:nvSpPr>
      <dsp:spPr>
        <a:xfrm>
          <a:off x="406092" y="2621887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2"/>
              </a:solidFill>
              <a:latin typeface="Bahnschrift" panose="020B0502040204020203" pitchFamily="34" charset="0"/>
            </a:rPr>
            <a:t>imghdr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406092" y="2621887"/>
        <a:ext cx="1307827" cy="653913"/>
      </dsp:txXfrm>
    </dsp:sp>
    <dsp:sp modelId="{C609BEBD-356E-4497-99B7-55F84641A6C5}">
      <dsp:nvSpPr>
        <dsp:cNvPr id="0" name=""/>
        <dsp:cNvSpPr/>
      </dsp:nvSpPr>
      <dsp:spPr>
        <a:xfrm>
          <a:off x="2218962" y="1830403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re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2218962" y="1830403"/>
        <a:ext cx="1307827" cy="653913"/>
      </dsp:txXfrm>
    </dsp:sp>
    <dsp:sp modelId="{71FC3CEB-85FA-46D1-B19A-C1F0565BD082}">
      <dsp:nvSpPr>
        <dsp:cNvPr id="0" name=""/>
        <dsp:cNvSpPr/>
      </dsp:nvSpPr>
      <dsp:spPr>
        <a:xfrm>
          <a:off x="2218962" y="2621639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Flask-Limiter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2218962" y="2621639"/>
        <a:ext cx="1307827" cy="653913"/>
      </dsp:txXfrm>
    </dsp:sp>
    <dsp:sp modelId="{3CFF9967-1694-46A0-B49B-7411CF91A982}">
      <dsp:nvSpPr>
        <dsp:cNvPr id="0" name=""/>
        <dsp:cNvSpPr/>
      </dsp:nvSpPr>
      <dsp:spPr>
        <a:xfrm>
          <a:off x="418450" y="3422552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Flask-Talisman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418450" y="3422552"/>
        <a:ext cx="1307827" cy="653913"/>
      </dsp:txXfrm>
    </dsp:sp>
    <dsp:sp modelId="{B0C77EA2-69BF-4FE4-9BCD-A737A04ADA68}">
      <dsp:nvSpPr>
        <dsp:cNvPr id="0" name=""/>
        <dsp:cNvSpPr/>
      </dsp:nvSpPr>
      <dsp:spPr>
        <a:xfrm>
          <a:off x="2220309" y="3479109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Bleach</a:t>
          </a:r>
        </a:p>
      </dsp:txBody>
      <dsp:txXfrm>
        <a:off x="2220309" y="3479109"/>
        <a:ext cx="1307827" cy="653913"/>
      </dsp:txXfrm>
    </dsp:sp>
    <dsp:sp modelId="{7D6AC67D-0B6F-46E7-BE98-DD6460452C8B}">
      <dsp:nvSpPr>
        <dsp:cNvPr id="0" name=""/>
        <dsp:cNvSpPr/>
      </dsp:nvSpPr>
      <dsp:spPr>
        <a:xfrm>
          <a:off x="3930977" y="1128080"/>
          <a:ext cx="1583281" cy="653913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2F27E"/>
              </a:solidFill>
              <a:latin typeface="Bahnschrift" panose="020B0502040204020203" pitchFamily="34" charset="0"/>
            </a:rPr>
            <a:t>Пользователь</a:t>
          </a:r>
        </a:p>
      </dsp:txBody>
      <dsp:txXfrm>
        <a:off x="3930977" y="1128080"/>
        <a:ext cx="1583281" cy="653913"/>
      </dsp:txXfrm>
    </dsp:sp>
    <dsp:sp modelId="{9EFA3AD1-33F8-43C5-88AC-A52EB16CEE06}">
      <dsp:nvSpPr>
        <dsp:cNvPr id="0" name=""/>
        <dsp:cNvSpPr/>
      </dsp:nvSpPr>
      <dsp:spPr>
        <a:xfrm>
          <a:off x="4194811" y="2113195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Flask-Login</a:t>
          </a:r>
        </a:p>
      </dsp:txBody>
      <dsp:txXfrm>
        <a:off x="4194811" y="2113195"/>
        <a:ext cx="1307827" cy="653913"/>
      </dsp:txXfrm>
    </dsp:sp>
    <dsp:sp modelId="{4D2EFA79-0B47-40BF-9E21-FEBFC84F3509}">
      <dsp:nvSpPr>
        <dsp:cNvPr id="0" name=""/>
        <dsp:cNvSpPr/>
      </dsp:nvSpPr>
      <dsp:spPr>
        <a:xfrm>
          <a:off x="5964321" y="1194073"/>
          <a:ext cx="1307827" cy="653913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2F27E"/>
              </a:solidFill>
              <a:latin typeface="Bahnschrift" panose="020B0502040204020203" pitchFamily="34" charset="0"/>
            </a:rPr>
            <a:t>Данные</a:t>
          </a:r>
        </a:p>
      </dsp:txBody>
      <dsp:txXfrm>
        <a:off x="5964321" y="1194073"/>
        <a:ext cx="1307827" cy="653913"/>
      </dsp:txXfrm>
    </dsp:sp>
    <dsp:sp modelId="{5920DEB1-281C-41A4-AC2A-907895CEE1E3}">
      <dsp:nvSpPr>
        <dsp:cNvPr id="0" name=""/>
        <dsp:cNvSpPr/>
      </dsp:nvSpPr>
      <dsp:spPr>
        <a:xfrm>
          <a:off x="6262009" y="2084919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2"/>
              </a:solidFill>
              <a:latin typeface="Bahnschrift" panose="020B0502040204020203" pitchFamily="34" charset="0"/>
            </a:rPr>
            <a:t>SQLAlchemy</a:t>
          </a:r>
          <a:endParaRPr lang="en-US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6262009" y="2084919"/>
        <a:ext cx="1307827" cy="653913"/>
      </dsp:txXfrm>
    </dsp:sp>
    <dsp:sp modelId="{7EA49A5D-514A-4833-918C-0829F327C3B7}">
      <dsp:nvSpPr>
        <dsp:cNvPr id="0" name=""/>
        <dsp:cNvSpPr/>
      </dsp:nvSpPr>
      <dsp:spPr>
        <a:xfrm>
          <a:off x="4446352" y="2925918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2"/>
              </a:solidFill>
              <a:latin typeface="Bahnschrift" panose="020B0502040204020203" pitchFamily="34" charset="0"/>
            </a:rPr>
            <a:t>SQLAlchemy</a:t>
          </a: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-serializer</a:t>
          </a:r>
        </a:p>
      </dsp:txBody>
      <dsp:txXfrm>
        <a:off x="4446352" y="2925918"/>
        <a:ext cx="1307827" cy="653913"/>
      </dsp:txXfrm>
    </dsp:sp>
    <dsp:sp modelId="{ABC0A511-B8B4-4FCE-A187-B624B2C29388}">
      <dsp:nvSpPr>
        <dsp:cNvPr id="0" name=""/>
        <dsp:cNvSpPr/>
      </dsp:nvSpPr>
      <dsp:spPr>
        <a:xfrm>
          <a:off x="7804996" y="1269489"/>
          <a:ext cx="1307827" cy="653913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2F27E"/>
              </a:solidFill>
              <a:latin typeface="Bahnschrift" panose="020B0502040204020203" pitchFamily="34" charset="0"/>
            </a:rPr>
            <a:t>REST API</a:t>
          </a:r>
          <a:endParaRPr lang="ru-RU" sz="16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7804996" y="1269489"/>
        <a:ext cx="1307827" cy="653913"/>
      </dsp:txXfrm>
    </dsp:sp>
    <dsp:sp modelId="{00748880-6D8B-4206-9CDA-D162A08ADCE6}">
      <dsp:nvSpPr>
        <dsp:cNvPr id="0" name=""/>
        <dsp:cNvSpPr/>
      </dsp:nvSpPr>
      <dsp:spPr>
        <a:xfrm>
          <a:off x="8110282" y="2264033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Requests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8110282" y="2264033"/>
        <a:ext cx="1307827" cy="653913"/>
      </dsp:txXfrm>
    </dsp:sp>
    <dsp:sp modelId="{1CD83716-6817-4405-B432-38D531CB0BF3}">
      <dsp:nvSpPr>
        <dsp:cNvPr id="0" name=""/>
        <dsp:cNvSpPr/>
      </dsp:nvSpPr>
      <dsp:spPr>
        <a:xfrm>
          <a:off x="6453971" y="2994624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Flask-RESTful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6453971" y="2994624"/>
        <a:ext cx="1307827" cy="653913"/>
      </dsp:txXfrm>
    </dsp:sp>
    <dsp:sp modelId="{E86ADA52-81A3-42DA-B232-32886A975C59}">
      <dsp:nvSpPr>
        <dsp:cNvPr id="0" name=""/>
        <dsp:cNvSpPr/>
      </dsp:nvSpPr>
      <dsp:spPr>
        <a:xfrm>
          <a:off x="9632567" y="1269483"/>
          <a:ext cx="1307827" cy="653913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2F27E"/>
              </a:solidFill>
              <a:latin typeface="Bahnschrift" panose="020B0502040204020203" pitchFamily="34" charset="0"/>
            </a:rPr>
            <a:t>Формы</a:t>
          </a:r>
        </a:p>
      </dsp:txBody>
      <dsp:txXfrm>
        <a:off x="9632567" y="1269483"/>
        <a:ext cx="1307827" cy="653913"/>
      </dsp:txXfrm>
    </dsp:sp>
    <dsp:sp modelId="{9BAF8ADB-B70C-4154-8183-B61A6E07D0A7}">
      <dsp:nvSpPr>
        <dsp:cNvPr id="0" name=""/>
        <dsp:cNvSpPr/>
      </dsp:nvSpPr>
      <dsp:spPr>
        <a:xfrm>
          <a:off x="9950094" y="2103778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Flask-WTF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9950094" y="2103778"/>
        <a:ext cx="1307827" cy="653913"/>
      </dsp:txXfrm>
    </dsp:sp>
    <dsp:sp modelId="{3C14D48A-5FBD-4753-AB40-6E2F9FF5CC60}">
      <dsp:nvSpPr>
        <dsp:cNvPr id="0" name=""/>
        <dsp:cNvSpPr/>
      </dsp:nvSpPr>
      <dsp:spPr>
        <a:xfrm>
          <a:off x="9950094" y="3032336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2"/>
              </a:solidFill>
              <a:latin typeface="Bahnschrift" panose="020B0502040204020203" pitchFamily="34" charset="0"/>
            </a:rPr>
            <a:t>WTForms</a:t>
          </a:r>
          <a:endParaRPr lang="en-US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9950094" y="3032336"/>
        <a:ext cx="1307827" cy="653913"/>
      </dsp:txXfrm>
    </dsp:sp>
    <dsp:sp modelId="{81347858-F95C-4DA7-86B0-FB33EAA4401B}">
      <dsp:nvSpPr>
        <dsp:cNvPr id="0" name=""/>
        <dsp:cNvSpPr/>
      </dsp:nvSpPr>
      <dsp:spPr>
        <a:xfrm>
          <a:off x="8309830" y="3291593"/>
          <a:ext cx="1307827" cy="653913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  <a:latin typeface="Bahnschrift" panose="020B0502040204020203" pitchFamily="34" charset="0"/>
            </a:rPr>
            <a:t>Jinja2</a:t>
          </a:r>
          <a:endParaRPr lang="ru-RU" sz="16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8309830" y="3291593"/>
        <a:ext cx="1307827" cy="6539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268ED-0729-4321-9C24-E720695C98A5}">
      <dsp:nvSpPr>
        <dsp:cNvPr id="0" name=""/>
        <dsp:cNvSpPr/>
      </dsp:nvSpPr>
      <dsp:spPr>
        <a:xfrm>
          <a:off x="0" y="1474431"/>
          <a:ext cx="3809999" cy="146925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>
              <a:solidFill>
                <a:srgbClr val="F2F27E"/>
              </a:solidFill>
              <a:latin typeface="Bahnschrift" panose="020B0502040204020203" pitchFamily="34" charset="0"/>
            </a:rPr>
            <a:t>Веб-Фреймворк</a:t>
          </a:r>
        </a:p>
      </dsp:txBody>
      <dsp:txXfrm>
        <a:off x="0" y="1474431"/>
        <a:ext cx="3809999" cy="1469257"/>
      </dsp:txXfrm>
    </dsp:sp>
    <dsp:sp modelId="{E070CBF8-FA48-4B91-9A86-EA7E101F7469}">
      <dsp:nvSpPr>
        <dsp:cNvPr id="0" name=""/>
        <dsp:cNvSpPr/>
      </dsp:nvSpPr>
      <dsp:spPr>
        <a:xfrm>
          <a:off x="4191000" y="1474431"/>
          <a:ext cx="3809999" cy="146925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2F27E"/>
              </a:solidFill>
              <a:latin typeface="Bahnschrift" panose="020B0502040204020203" pitchFamily="34" charset="0"/>
            </a:rPr>
            <a:t>ORM-</a:t>
          </a:r>
          <a:r>
            <a:rPr lang="ru-RU" sz="3000" kern="1200" dirty="0">
              <a:solidFill>
                <a:srgbClr val="F2F27E"/>
              </a:solidFill>
              <a:latin typeface="Bahnschrift" panose="020B0502040204020203" pitchFamily="34" charset="0"/>
            </a:rPr>
            <a:t>модели</a:t>
          </a:r>
        </a:p>
      </dsp:txBody>
      <dsp:txXfrm>
        <a:off x="4191000" y="1474431"/>
        <a:ext cx="3809999" cy="1469257"/>
      </dsp:txXfrm>
    </dsp:sp>
    <dsp:sp modelId="{31326D96-5D6B-4434-A48A-34A4A9B391E9}">
      <dsp:nvSpPr>
        <dsp:cNvPr id="0" name=""/>
        <dsp:cNvSpPr/>
      </dsp:nvSpPr>
      <dsp:spPr>
        <a:xfrm>
          <a:off x="8382000" y="1474431"/>
          <a:ext cx="3809999" cy="146925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>
              <a:solidFill>
                <a:srgbClr val="F2F27E"/>
              </a:solidFill>
              <a:latin typeface="Bahnschrift" panose="020B0502040204020203" pitchFamily="34" charset="0"/>
            </a:rPr>
            <a:t>Регистрация и авторизация</a:t>
          </a:r>
        </a:p>
      </dsp:txBody>
      <dsp:txXfrm>
        <a:off x="8382000" y="1474431"/>
        <a:ext cx="3809999" cy="1469257"/>
      </dsp:txXfrm>
    </dsp:sp>
    <dsp:sp modelId="{74573B5F-96E7-4C85-A36C-3333B3A5EA37}">
      <dsp:nvSpPr>
        <dsp:cNvPr id="0" name=""/>
        <dsp:cNvSpPr/>
      </dsp:nvSpPr>
      <dsp:spPr>
        <a:xfrm>
          <a:off x="0" y="3324689"/>
          <a:ext cx="3809999" cy="146925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>
              <a:solidFill>
                <a:srgbClr val="F2F27E"/>
              </a:solidFill>
              <a:latin typeface="Bahnschrift" panose="020B0502040204020203" pitchFamily="34" charset="0"/>
            </a:rPr>
            <a:t>Загрузка и использование файлов</a:t>
          </a:r>
        </a:p>
      </dsp:txBody>
      <dsp:txXfrm>
        <a:off x="0" y="3324689"/>
        <a:ext cx="3809999" cy="1469257"/>
      </dsp:txXfrm>
    </dsp:sp>
    <dsp:sp modelId="{A2E43C55-A25A-47E4-9992-EAA33B1EE481}">
      <dsp:nvSpPr>
        <dsp:cNvPr id="0" name=""/>
        <dsp:cNvSpPr/>
      </dsp:nvSpPr>
      <dsp:spPr>
        <a:xfrm>
          <a:off x="4191000" y="3324689"/>
          <a:ext cx="3809999" cy="146925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2F27E"/>
              </a:solidFill>
              <a:latin typeface="Bahnschrift" panose="020B0502040204020203" pitchFamily="34" charset="0"/>
            </a:rPr>
            <a:t>API (REST)</a:t>
          </a:r>
          <a:endParaRPr lang="ru-RU" sz="30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4191000" y="3324689"/>
        <a:ext cx="3809999" cy="1469257"/>
      </dsp:txXfrm>
    </dsp:sp>
    <dsp:sp modelId="{4ED1316A-1533-4717-BFB4-72C8B0145E53}">
      <dsp:nvSpPr>
        <dsp:cNvPr id="0" name=""/>
        <dsp:cNvSpPr/>
      </dsp:nvSpPr>
      <dsp:spPr>
        <a:xfrm>
          <a:off x="8382000" y="3324689"/>
          <a:ext cx="3809999" cy="146925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>
              <a:solidFill>
                <a:srgbClr val="F2F27E"/>
              </a:solidFill>
              <a:latin typeface="Bahnschrift" panose="020B0502040204020203" pitchFamily="34" charset="0"/>
            </a:rPr>
            <a:t>Хранение данных (БД)</a:t>
          </a:r>
        </a:p>
      </dsp:txBody>
      <dsp:txXfrm>
        <a:off x="8382000" y="3324689"/>
        <a:ext cx="3809999" cy="1469257"/>
      </dsp:txXfrm>
    </dsp:sp>
    <dsp:sp modelId="{49ADECBC-304B-428E-ABC5-437CC681AEEC}">
      <dsp:nvSpPr>
        <dsp:cNvPr id="0" name=""/>
        <dsp:cNvSpPr/>
      </dsp:nvSpPr>
      <dsp:spPr>
        <a:xfrm>
          <a:off x="4191000" y="5130576"/>
          <a:ext cx="3809999" cy="146925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>
              <a:solidFill>
                <a:srgbClr val="F2F27E"/>
              </a:solidFill>
              <a:latin typeface="Bahnschrift" panose="020B0502040204020203" pitchFamily="34" charset="0"/>
            </a:rPr>
            <a:t>Хостинг</a:t>
          </a:r>
        </a:p>
      </dsp:txBody>
      <dsp:txXfrm>
        <a:off x="4191000" y="5130576"/>
        <a:ext cx="3809999" cy="14692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80BA1-BE7B-47D8-BFD0-262A508542F3}">
      <dsp:nvSpPr>
        <dsp:cNvPr id="0" name=""/>
        <dsp:cNvSpPr/>
      </dsp:nvSpPr>
      <dsp:spPr>
        <a:xfrm>
          <a:off x="8839332" y="3155928"/>
          <a:ext cx="261544" cy="854450"/>
        </a:xfrm>
        <a:custGeom>
          <a:avLst/>
          <a:gdLst/>
          <a:ahLst/>
          <a:cxnLst/>
          <a:rect l="0" t="0" r="0" b="0"/>
          <a:pathLst>
            <a:path>
              <a:moveTo>
                <a:pt x="261544" y="0"/>
              </a:moveTo>
              <a:lnTo>
                <a:pt x="261544" y="854450"/>
              </a:lnTo>
              <a:lnTo>
                <a:pt x="0" y="8544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DE2808-77EF-4F4D-99F7-54CAC0A8231C}">
      <dsp:nvSpPr>
        <dsp:cNvPr id="0" name=""/>
        <dsp:cNvSpPr/>
      </dsp:nvSpPr>
      <dsp:spPr>
        <a:xfrm>
          <a:off x="9100876" y="3155928"/>
          <a:ext cx="2054290" cy="1708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3916"/>
              </a:lnTo>
              <a:lnTo>
                <a:pt x="2054290" y="1523916"/>
              </a:lnTo>
              <a:lnTo>
                <a:pt x="2054290" y="1708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988F40-5F26-4425-9D81-8FAFC96E8B0D}">
      <dsp:nvSpPr>
        <dsp:cNvPr id="0" name=""/>
        <dsp:cNvSpPr/>
      </dsp:nvSpPr>
      <dsp:spPr>
        <a:xfrm>
          <a:off x="9055156" y="3155928"/>
          <a:ext cx="91440" cy="17089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08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0636A5-D9A8-41A2-9D1E-3C751FAAD599}">
      <dsp:nvSpPr>
        <dsp:cNvPr id="0" name=""/>
        <dsp:cNvSpPr/>
      </dsp:nvSpPr>
      <dsp:spPr>
        <a:xfrm>
          <a:off x="7046585" y="3155928"/>
          <a:ext cx="2054290" cy="1708900"/>
        </a:xfrm>
        <a:custGeom>
          <a:avLst/>
          <a:gdLst/>
          <a:ahLst/>
          <a:cxnLst/>
          <a:rect l="0" t="0" r="0" b="0"/>
          <a:pathLst>
            <a:path>
              <a:moveTo>
                <a:pt x="2054290" y="0"/>
              </a:moveTo>
              <a:lnTo>
                <a:pt x="2054290" y="1523916"/>
              </a:lnTo>
              <a:lnTo>
                <a:pt x="0" y="1523916"/>
              </a:lnTo>
              <a:lnTo>
                <a:pt x="0" y="1708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A2E2E1-B05B-43AF-917B-7EF91A898851}">
      <dsp:nvSpPr>
        <dsp:cNvPr id="0" name=""/>
        <dsp:cNvSpPr/>
      </dsp:nvSpPr>
      <dsp:spPr>
        <a:xfrm>
          <a:off x="6096000" y="1905083"/>
          <a:ext cx="3004876" cy="458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071"/>
              </a:lnTo>
              <a:lnTo>
                <a:pt x="3004876" y="273071"/>
              </a:lnTo>
              <a:lnTo>
                <a:pt x="3004876" y="4580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CDB6F-A75B-47A5-9ECE-93D1A2F9ADF5}">
      <dsp:nvSpPr>
        <dsp:cNvPr id="0" name=""/>
        <dsp:cNvSpPr/>
      </dsp:nvSpPr>
      <dsp:spPr>
        <a:xfrm>
          <a:off x="4946574" y="3155928"/>
          <a:ext cx="91440" cy="4580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80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D9C8F1-FFD1-43D4-8E47-2A360138185A}">
      <dsp:nvSpPr>
        <dsp:cNvPr id="0" name=""/>
        <dsp:cNvSpPr/>
      </dsp:nvSpPr>
      <dsp:spPr>
        <a:xfrm>
          <a:off x="4992294" y="1905083"/>
          <a:ext cx="1103705" cy="458055"/>
        </a:xfrm>
        <a:custGeom>
          <a:avLst/>
          <a:gdLst/>
          <a:ahLst/>
          <a:cxnLst/>
          <a:rect l="0" t="0" r="0" b="0"/>
          <a:pathLst>
            <a:path>
              <a:moveTo>
                <a:pt x="1103705" y="0"/>
              </a:moveTo>
              <a:lnTo>
                <a:pt x="1103705" y="273071"/>
              </a:lnTo>
              <a:lnTo>
                <a:pt x="0" y="273071"/>
              </a:lnTo>
              <a:lnTo>
                <a:pt x="0" y="4580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EFB1BC-1C31-4184-B456-8F769C458378}">
      <dsp:nvSpPr>
        <dsp:cNvPr id="0" name=""/>
        <dsp:cNvSpPr/>
      </dsp:nvSpPr>
      <dsp:spPr>
        <a:xfrm>
          <a:off x="2676459" y="3155928"/>
          <a:ext cx="261544" cy="854450"/>
        </a:xfrm>
        <a:custGeom>
          <a:avLst/>
          <a:gdLst/>
          <a:ahLst/>
          <a:cxnLst/>
          <a:rect l="0" t="0" r="0" b="0"/>
          <a:pathLst>
            <a:path>
              <a:moveTo>
                <a:pt x="261544" y="0"/>
              </a:moveTo>
              <a:lnTo>
                <a:pt x="261544" y="854450"/>
              </a:lnTo>
              <a:lnTo>
                <a:pt x="0" y="8544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7FCEE3-C2A0-45B8-B8B5-4AEE19058899}">
      <dsp:nvSpPr>
        <dsp:cNvPr id="0" name=""/>
        <dsp:cNvSpPr/>
      </dsp:nvSpPr>
      <dsp:spPr>
        <a:xfrm>
          <a:off x="2938003" y="3155928"/>
          <a:ext cx="2054290" cy="1708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3916"/>
              </a:lnTo>
              <a:lnTo>
                <a:pt x="2054290" y="1523916"/>
              </a:lnTo>
              <a:lnTo>
                <a:pt x="2054290" y="1708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CDB226-C232-4ED3-8D0F-A534FD2FCE4A}">
      <dsp:nvSpPr>
        <dsp:cNvPr id="0" name=""/>
        <dsp:cNvSpPr/>
      </dsp:nvSpPr>
      <dsp:spPr>
        <a:xfrm>
          <a:off x="2892283" y="3155928"/>
          <a:ext cx="91440" cy="17089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08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6F5A2C-869A-4B56-92B7-329013A00BC8}">
      <dsp:nvSpPr>
        <dsp:cNvPr id="0" name=""/>
        <dsp:cNvSpPr/>
      </dsp:nvSpPr>
      <dsp:spPr>
        <a:xfrm>
          <a:off x="883712" y="3155928"/>
          <a:ext cx="2054290" cy="1708900"/>
        </a:xfrm>
        <a:custGeom>
          <a:avLst/>
          <a:gdLst/>
          <a:ahLst/>
          <a:cxnLst/>
          <a:rect l="0" t="0" r="0" b="0"/>
          <a:pathLst>
            <a:path>
              <a:moveTo>
                <a:pt x="2054290" y="0"/>
              </a:moveTo>
              <a:lnTo>
                <a:pt x="2054290" y="1523916"/>
              </a:lnTo>
              <a:lnTo>
                <a:pt x="0" y="1523916"/>
              </a:lnTo>
              <a:lnTo>
                <a:pt x="0" y="1708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DF55EF-28D6-4B6C-8EC6-4EDCFD462E23}">
      <dsp:nvSpPr>
        <dsp:cNvPr id="0" name=""/>
        <dsp:cNvSpPr/>
      </dsp:nvSpPr>
      <dsp:spPr>
        <a:xfrm>
          <a:off x="2938003" y="1905083"/>
          <a:ext cx="3157996" cy="458055"/>
        </a:xfrm>
        <a:custGeom>
          <a:avLst/>
          <a:gdLst/>
          <a:ahLst/>
          <a:cxnLst/>
          <a:rect l="0" t="0" r="0" b="0"/>
          <a:pathLst>
            <a:path>
              <a:moveTo>
                <a:pt x="3157996" y="0"/>
              </a:moveTo>
              <a:lnTo>
                <a:pt x="3157996" y="273071"/>
              </a:lnTo>
              <a:lnTo>
                <a:pt x="0" y="273071"/>
              </a:lnTo>
              <a:lnTo>
                <a:pt x="0" y="4580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A5D9A-0ABA-4848-B1DC-1F993A813785}">
      <dsp:nvSpPr>
        <dsp:cNvPr id="0" name=""/>
        <dsp:cNvSpPr/>
      </dsp:nvSpPr>
      <dsp:spPr>
        <a:xfrm>
          <a:off x="4755853" y="1112294"/>
          <a:ext cx="2680293" cy="792788"/>
        </a:xfrm>
        <a:prstGeom prst="rect">
          <a:avLst/>
        </a:prstGeom>
        <a:solidFill>
          <a:srgbClr val="2E2B2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Bahnschrift" panose="020B0502040204020203" pitchFamily="34" charset="0"/>
            </a:rPr>
            <a:t>Ask&amp;Learn</a:t>
          </a:r>
          <a:endParaRPr lang="ru-RU" sz="2300" kern="1200" dirty="0">
            <a:latin typeface="Bahnschrift" panose="020B0502040204020203" pitchFamily="34" charset="0"/>
          </a:endParaRPr>
        </a:p>
      </dsp:txBody>
      <dsp:txXfrm>
        <a:off x="4755853" y="1112294"/>
        <a:ext cx="2680293" cy="792788"/>
      </dsp:txXfrm>
    </dsp:sp>
    <dsp:sp modelId="{70B038D5-FA7E-489C-A377-10A2D9FA78F2}">
      <dsp:nvSpPr>
        <dsp:cNvPr id="0" name=""/>
        <dsp:cNvSpPr/>
      </dsp:nvSpPr>
      <dsp:spPr>
        <a:xfrm>
          <a:off x="6184771" y="1711152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Приложение</a:t>
          </a:r>
        </a:p>
      </dsp:txBody>
      <dsp:txXfrm>
        <a:off x="6184771" y="1711152"/>
        <a:ext cx="1378082" cy="264262"/>
      </dsp:txXfrm>
    </dsp:sp>
    <dsp:sp modelId="{1ED7996C-E3F7-4418-9078-6B15C19675A2}">
      <dsp:nvSpPr>
        <dsp:cNvPr id="0" name=""/>
        <dsp:cNvSpPr/>
      </dsp:nvSpPr>
      <dsp:spPr>
        <a:xfrm>
          <a:off x="2172402" y="2363139"/>
          <a:ext cx="1531202" cy="792788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F2F27E"/>
              </a:solidFill>
              <a:latin typeface="Bahnschrift" panose="020B0502040204020203" pitchFamily="34" charset="0"/>
            </a:rPr>
            <a:t>User</a:t>
          </a:r>
          <a:endParaRPr lang="ru-RU" sz="23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172402" y="2363139"/>
        <a:ext cx="1531202" cy="792788"/>
      </dsp:txXfrm>
    </dsp:sp>
    <dsp:sp modelId="{879E8806-1DEE-4224-99A6-BA6C781F4E4E}">
      <dsp:nvSpPr>
        <dsp:cNvPr id="0" name=""/>
        <dsp:cNvSpPr/>
      </dsp:nvSpPr>
      <dsp:spPr>
        <a:xfrm>
          <a:off x="2478642" y="2979753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Узел</a:t>
          </a:r>
        </a:p>
      </dsp:txBody>
      <dsp:txXfrm>
        <a:off x="2478642" y="2979753"/>
        <a:ext cx="1378082" cy="264262"/>
      </dsp:txXfrm>
    </dsp:sp>
    <dsp:sp modelId="{EE0D39D3-D0D6-4F54-A3E7-3E8EF5B945C4}">
      <dsp:nvSpPr>
        <dsp:cNvPr id="0" name=""/>
        <dsp:cNvSpPr/>
      </dsp:nvSpPr>
      <dsp:spPr>
        <a:xfrm>
          <a:off x="118111" y="4864828"/>
          <a:ext cx="1531202" cy="792788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/>
              </a:solidFill>
              <a:latin typeface="Bahnschrift" panose="020B0502040204020203" pitchFamily="34" charset="0"/>
            </a:rPr>
            <a:t>Auth</a:t>
          </a:r>
          <a:endParaRPr lang="ru-RU" sz="23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118111" y="4864828"/>
        <a:ext cx="1531202" cy="792788"/>
      </dsp:txXfrm>
    </dsp:sp>
    <dsp:sp modelId="{FAB3520A-7E96-4B24-B26B-8FBF908AB3C3}">
      <dsp:nvSpPr>
        <dsp:cNvPr id="0" name=""/>
        <dsp:cNvSpPr/>
      </dsp:nvSpPr>
      <dsp:spPr>
        <a:xfrm>
          <a:off x="424351" y="5481442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424351" y="5481442"/>
        <a:ext cx="1378082" cy="264262"/>
      </dsp:txXfrm>
    </dsp:sp>
    <dsp:sp modelId="{F15505B2-0293-46C7-9705-F365D1B8DF35}">
      <dsp:nvSpPr>
        <dsp:cNvPr id="0" name=""/>
        <dsp:cNvSpPr/>
      </dsp:nvSpPr>
      <dsp:spPr>
        <a:xfrm>
          <a:off x="2172402" y="4864828"/>
          <a:ext cx="1531202" cy="792788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/>
              </a:solidFill>
              <a:latin typeface="Bahnschrift" panose="020B0502040204020203" pitchFamily="34" charset="0"/>
            </a:rPr>
            <a:t>User</a:t>
          </a:r>
          <a:endParaRPr lang="ru-RU" sz="23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2172402" y="4864828"/>
        <a:ext cx="1531202" cy="792788"/>
      </dsp:txXfrm>
    </dsp:sp>
    <dsp:sp modelId="{B8AF4AD4-FFC6-4D6C-B357-242B350EBF09}">
      <dsp:nvSpPr>
        <dsp:cNvPr id="0" name=""/>
        <dsp:cNvSpPr/>
      </dsp:nvSpPr>
      <dsp:spPr>
        <a:xfrm>
          <a:off x="2478642" y="5481442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2478642" y="5481442"/>
        <a:ext cx="1378082" cy="264262"/>
      </dsp:txXfrm>
    </dsp:sp>
    <dsp:sp modelId="{6479267A-9C3B-4513-BAC9-816C2D832244}">
      <dsp:nvSpPr>
        <dsp:cNvPr id="0" name=""/>
        <dsp:cNvSpPr/>
      </dsp:nvSpPr>
      <dsp:spPr>
        <a:xfrm>
          <a:off x="4226693" y="4864828"/>
          <a:ext cx="1531202" cy="792788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/>
              </a:solidFill>
              <a:latin typeface="Bahnschrift" panose="020B0502040204020203" pitchFamily="34" charset="0"/>
            </a:rPr>
            <a:t>Friendship</a:t>
          </a:r>
          <a:endParaRPr lang="ru-RU" sz="23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4226693" y="4864828"/>
        <a:ext cx="1531202" cy="792788"/>
      </dsp:txXfrm>
    </dsp:sp>
    <dsp:sp modelId="{C625ADDD-BEC0-4966-8DF5-8C3EC84AC9EF}">
      <dsp:nvSpPr>
        <dsp:cNvPr id="0" name=""/>
        <dsp:cNvSpPr/>
      </dsp:nvSpPr>
      <dsp:spPr>
        <a:xfrm>
          <a:off x="4532933" y="5481442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4532933" y="5481442"/>
        <a:ext cx="1378082" cy="264262"/>
      </dsp:txXfrm>
    </dsp:sp>
    <dsp:sp modelId="{D80D826F-8272-4D9B-BDB0-899B76BC7A69}">
      <dsp:nvSpPr>
        <dsp:cNvPr id="0" name=""/>
        <dsp:cNvSpPr/>
      </dsp:nvSpPr>
      <dsp:spPr>
        <a:xfrm>
          <a:off x="1145256" y="3613984"/>
          <a:ext cx="1531202" cy="792788"/>
        </a:xfrm>
        <a:prstGeom prst="rect">
          <a:avLst/>
        </a:prstGeom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Bahnschrift" panose="020B0502040204020203" pitchFamily="34" charset="0"/>
            </a:rPr>
            <a:t>user</a:t>
          </a:r>
          <a:endParaRPr lang="ru-RU" sz="2300" kern="1200" dirty="0">
            <a:latin typeface="Bahnschrift" panose="020B0502040204020203" pitchFamily="34" charset="0"/>
          </a:endParaRPr>
        </a:p>
      </dsp:txBody>
      <dsp:txXfrm>
        <a:off x="1145256" y="3613984"/>
        <a:ext cx="1531202" cy="792788"/>
      </dsp:txXfrm>
    </dsp:sp>
    <dsp:sp modelId="{34B82334-099B-4F11-A7B4-39CFD17AFA6A}">
      <dsp:nvSpPr>
        <dsp:cNvPr id="0" name=""/>
        <dsp:cNvSpPr/>
      </dsp:nvSpPr>
      <dsp:spPr>
        <a:xfrm>
          <a:off x="1451497" y="4230597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БД</a:t>
          </a:r>
        </a:p>
      </dsp:txBody>
      <dsp:txXfrm>
        <a:off x="1451497" y="4230597"/>
        <a:ext cx="1378082" cy="264262"/>
      </dsp:txXfrm>
    </dsp:sp>
    <dsp:sp modelId="{CD46AEAC-107D-4140-8C53-1C9121E60EB8}">
      <dsp:nvSpPr>
        <dsp:cNvPr id="0" name=""/>
        <dsp:cNvSpPr/>
      </dsp:nvSpPr>
      <dsp:spPr>
        <a:xfrm>
          <a:off x="4226693" y="2363139"/>
          <a:ext cx="1531202" cy="792788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F2F27E"/>
              </a:solidFill>
              <a:latin typeface="Bahnschrift" panose="020B0502040204020203" pitchFamily="34" charset="0"/>
            </a:rPr>
            <a:t>Welcome</a:t>
          </a:r>
          <a:endParaRPr lang="ru-RU" sz="23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4226693" y="2363139"/>
        <a:ext cx="1531202" cy="792788"/>
      </dsp:txXfrm>
    </dsp:sp>
    <dsp:sp modelId="{D308902E-A159-4C94-BFD2-4AC31C612335}">
      <dsp:nvSpPr>
        <dsp:cNvPr id="0" name=""/>
        <dsp:cNvSpPr/>
      </dsp:nvSpPr>
      <dsp:spPr>
        <a:xfrm>
          <a:off x="4532933" y="2979753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Узел</a:t>
          </a:r>
        </a:p>
      </dsp:txBody>
      <dsp:txXfrm>
        <a:off x="4532933" y="2979753"/>
        <a:ext cx="1378082" cy="264262"/>
      </dsp:txXfrm>
    </dsp:sp>
    <dsp:sp modelId="{0B949EAE-371F-495F-B9C6-C29084EB525E}">
      <dsp:nvSpPr>
        <dsp:cNvPr id="0" name=""/>
        <dsp:cNvSpPr/>
      </dsp:nvSpPr>
      <dsp:spPr>
        <a:xfrm>
          <a:off x="4226693" y="3613984"/>
          <a:ext cx="1531202" cy="792788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/>
              </a:solidFill>
              <a:latin typeface="Bahnschrift" panose="020B0502040204020203" pitchFamily="34" charset="0"/>
            </a:rPr>
            <a:t>Welcome</a:t>
          </a:r>
          <a:endParaRPr lang="ru-RU" sz="23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4226693" y="3613984"/>
        <a:ext cx="1531202" cy="792788"/>
      </dsp:txXfrm>
    </dsp:sp>
    <dsp:sp modelId="{585D672B-FA59-4D63-825E-6BB36E015D7F}">
      <dsp:nvSpPr>
        <dsp:cNvPr id="0" name=""/>
        <dsp:cNvSpPr/>
      </dsp:nvSpPr>
      <dsp:spPr>
        <a:xfrm>
          <a:off x="4532933" y="4230597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4532933" y="4230597"/>
        <a:ext cx="1378082" cy="264262"/>
      </dsp:txXfrm>
    </dsp:sp>
    <dsp:sp modelId="{6C6BF8AC-68F0-488B-BCCF-1B98CA27C108}">
      <dsp:nvSpPr>
        <dsp:cNvPr id="0" name=""/>
        <dsp:cNvSpPr/>
      </dsp:nvSpPr>
      <dsp:spPr>
        <a:xfrm>
          <a:off x="8335274" y="2363139"/>
          <a:ext cx="1531202" cy="792788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F2F27E"/>
              </a:solidFill>
              <a:latin typeface="Bahnschrift" panose="020B0502040204020203" pitchFamily="34" charset="0"/>
            </a:rPr>
            <a:t>QA</a:t>
          </a:r>
          <a:endParaRPr lang="ru-RU" sz="23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8335274" y="2363139"/>
        <a:ext cx="1531202" cy="792788"/>
      </dsp:txXfrm>
    </dsp:sp>
    <dsp:sp modelId="{5D7F4D24-E0AD-449A-B1D7-95204D14111C}">
      <dsp:nvSpPr>
        <dsp:cNvPr id="0" name=""/>
        <dsp:cNvSpPr/>
      </dsp:nvSpPr>
      <dsp:spPr>
        <a:xfrm>
          <a:off x="8641515" y="2979753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Узел</a:t>
          </a:r>
        </a:p>
      </dsp:txBody>
      <dsp:txXfrm>
        <a:off x="8641515" y="2979753"/>
        <a:ext cx="1378082" cy="264262"/>
      </dsp:txXfrm>
    </dsp:sp>
    <dsp:sp modelId="{82ABB357-3E02-4570-A7B5-1CCDD4958642}">
      <dsp:nvSpPr>
        <dsp:cNvPr id="0" name=""/>
        <dsp:cNvSpPr/>
      </dsp:nvSpPr>
      <dsp:spPr>
        <a:xfrm>
          <a:off x="6280984" y="4864828"/>
          <a:ext cx="1531202" cy="792788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/>
              </a:solidFill>
              <a:latin typeface="Bahnschrift" panose="020B0502040204020203" pitchFamily="34" charset="0"/>
            </a:rPr>
            <a:t>Question</a:t>
          </a:r>
          <a:endParaRPr lang="ru-RU" sz="23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6280984" y="4864828"/>
        <a:ext cx="1531202" cy="792788"/>
      </dsp:txXfrm>
    </dsp:sp>
    <dsp:sp modelId="{CBFC6FA8-F68F-468F-BE03-4F8CB8CBF11A}">
      <dsp:nvSpPr>
        <dsp:cNvPr id="0" name=""/>
        <dsp:cNvSpPr/>
      </dsp:nvSpPr>
      <dsp:spPr>
        <a:xfrm>
          <a:off x="6587224" y="5481442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6587224" y="5481442"/>
        <a:ext cx="1378082" cy="264262"/>
      </dsp:txXfrm>
    </dsp:sp>
    <dsp:sp modelId="{BF73F9BC-288D-4E31-8C63-DC639944E24A}">
      <dsp:nvSpPr>
        <dsp:cNvPr id="0" name=""/>
        <dsp:cNvSpPr/>
      </dsp:nvSpPr>
      <dsp:spPr>
        <a:xfrm>
          <a:off x="8335274" y="4864828"/>
          <a:ext cx="1531202" cy="792788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/>
              </a:solidFill>
              <a:latin typeface="Bahnschrift" panose="020B0502040204020203" pitchFamily="34" charset="0"/>
            </a:rPr>
            <a:t>Comment</a:t>
          </a:r>
          <a:endParaRPr lang="ru-RU" sz="23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8335274" y="4864828"/>
        <a:ext cx="1531202" cy="792788"/>
      </dsp:txXfrm>
    </dsp:sp>
    <dsp:sp modelId="{A5ECD182-3DC5-415F-8B86-5867E12B96F2}">
      <dsp:nvSpPr>
        <dsp:cNvPr id="0" name=""/>
        <dsp:cNvSpPr/>
      </dsp:nvSpPr>
      <dsp:spPr>
        <a:xfrm>
          <a:off x="8641515" y="5481442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8641515" y="5481442"/>
        <a:ext cx="1378082" cy="264262"/>
      </dsp:txXfrm>
    </dsp:sp>
    <dsp:sp modelId="{3305B6BE-2496-4318-A46B-CCBDE2445071}">
      <dsp:nvSpPr>
        <dsp:cNvPr id="0" name=""/>
        <dsp:cNvSpPr/>
      </dsp:nvSpPr>
      <dsp:spPr>
        <a:xfrm>
          <a:off x="10389565" y="4864828"/>
          <a:ext cx="1531202" cy="792788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/>
              </a:solidFill>
              <a:latin typeface="Bahnschrift" panose="020B0502040204020203" pitchFamily="34" charset="0"/>
            </a:rPr>
            <a:t>Favorite</a:t>
          </a:r>
          <a:endParaRPr lang="ru-RU" sz="23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10389565" y="4864828"/>
        <a:ext cx="1531202" cy="792788"/>
      </dsp:txXfrm>
    </dsp:sp>
    <dsp:sp modelId="{B9D5BAEF-CCD1-4FDB-8423-B7072BAC8B62}">
      <dsp:nvSpPr>
        <dsp:cNvPr id="0" name=""/>
        <dsp:cNvSpPr/>
      </dsp:nvSpPr>
      <dsp:spPr>
        <a:xfrm>
          <a:off x="10695806" y="5481442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10695806" y="5481442"/>
        <a:ext cx="1378082" cy="264262"/>
      </dsp:txXfrm>
    </dsp:sp>
    <dsp:sp modelId="{1941A5DF-30EB-44F7-BD6B-D9937B11DB47}">
      <dsp:nvSpPr>
        <dsp:cNvPr id="0" name=""/>
        <dsp:cNvSpPr/>
      </dsp:nvSpPr>
      <dsp:spPr>
        <a:xfrm>
          <a:off x="7308129" y="3613984"/>
          <a:ext cx="1531202" cy="792788"/>
        </a:xfrm>
        <a:prstGeom prst="rect">
          <a:avLst/>
        </a:prstGeom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118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Bahnschrift" panose="020B0502040204020203" pitchFamily="34" charset="0"/>
            </a:rPr>
            <a:t>qa</a:t>
          </a:r>
          <a:endParaRPr lang="ru-RU" sz="2300" kern="1200" dirty="0">
            <a:latin typeface="Bahnschrift" panose="020B0502040204020203" pitchFamily="34" charset="0"/>
          </a:endParaRPr>
        </a:p>
      </dsp:txBody>
      <dsp:txXfrm>
        <a:off x="7308129" y="3613984"/>
        <a:ext cx="1531202" cy="792788"/>
      </dsp:txXfrm>
    </dsp:sp>
    <dsp:sp modelId="{252AA506-FD32-4905-BDFC-DE1D26198620}">
      <dsp:nvSpPr>
        <dsp:cNvPr id="0" name=""/>
        <dsp:cNvSpPr/>
      </dsp:nvSpPr>
      <dsp:spPr>
        <a:xfrm>
          <a:off x="7614370" y="4230597"/>
          <a:ext cx="1378082" cy="264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" panose="020B0502040204020203" pitchFamily="34" charset="0"/>
            </a:rPr>
            <a:t>БД</a:t>
          </a:r>
        </a:p>
      </dsp:txBody>
      <dsp:txXfrm>
        <a:off x="7614370" y="4230597"/>
        <a:ext cx="1378082" cy="2642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7F05F-D06E-4DB7-AD5F-6749D677011C}">
      <dsp:nvSpPr>
        <dsp:cNvPr id="0" name=""/>
        <dsp:cNvSpPr/>
      </dsp:nvSpPr>
      <dsp:spPr>
        <a:xfrm>
          <a:off x="5193437" y="1233407"/>
          <a:ext cx="258277" cy="2877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7945"/>
              </a:lnTo>
              <a:lnTo>
                <a:pt x="258277" y="28779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0FBB48-6AC7-463F-BB77-876457B6BEE4}">
      <dsp:nvSpPr>
        <dsp:cNvPr id="0" name=""/>
        <dsp:cNvSpPr/>
      </dsp:nvSpPr>
      <dsp:spPr>
        <a:xfrm>
          <a:off x="4935159" y="1233407"/>
          <a:ext cx="258277" cy="2877945"/>
        </a:xfrm>
        <a:custGeom>
          <a:avLst/>
          <a:gdLst/>
          <a:ahLst/>
          <a:cxnLst/>
          <a:rect l="0" t="0" r="0" b="0"/>
          <a:pathLst>
            <a:path>
              <a:moveTo>
                <a:pt x="258277" y="0"/>
              </a:moveTo>
              <a:lnTo>
                <a:pt x="258277" y="2877945"/>
              </a:lnTo>
              <a:lnTo>
                <a:pt x="0" y="28779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9DF8F9-0C3F-427D-BCE8-FAF0E6801605}">
      <dsp:nvSpPr>
        <dsp:cNvPr id="0" name=""/>
        <dsp:cNvSpPr/>
      </dsp:nvSpPr>
      <dsp:spPr>
        <a:xfrm>
          <a:off x="5193437" y="1233407"/>
          <a:ext cx="258277" cy="1131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1499"/>
              </a:lnTo>
              <a:lnTo>
                <a:pt x="258277" y="113149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CAC251-0EAC-4EAF-B08B-339019EAE538}">
      <dsp:nvSpPr>
        <dsp:cNvPr id="0" name=""/>
        <dsp:cNvSpPr/>
      </dsp:nvSpPr>
      <dsp:spPr>
        <a:xfrm>
          <a:off x="4935159" y="1233407"/>
          <a:ext cx="258277" cy="1131499"/>
        </a:xfrm>
        <a:custGeom>
          <a:avLst/>
          <a:gdLst/>
          <a:ahLst/>
          <a:cxnLst/>
          <a:rect l="0" t="0" r="0" b="0"/>
          <a:pathLst>
            <a:path>
              <a:moveTo>
                <a:pt x="258277" y="0"/>
              </a:moveTo>
              <a:lnTo>
                <a:pt x="258277" y="1131499"/>
              </a:lnTo>
              <a:lnTo>
                <a:pt x="0" y="113149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C00DCC-F427-4EC6-83BB-3DE8A5B15513}">
      <dsp:nvSpPr>
        <dsp:cNvPr id="0" name=""/>
        <dsp:cNvSpPr/>
      </dsp:nvSpPr>
      <dsp:spPr>
        <a:xfrm>
          <a:off x="5193437" y="1233407"/>
          <a:ext cx="2976336" cy="40094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51167"/>
              </a:lnTo>
              <a:lnTo>
                <a:pt x="2976336" y="3751167"/>
              </a:lnTo>
              <a:lnTo>
                <a:pt x="2976336" y="40094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3F210F-BA1E-43F2-96C2-ED1FBE5F9652}">
      <dsp:nvSpPr>
        <dsp:cNvPr id="0" name=""/>
        <dsp:cNvSpPr/>
      </dsp:nvSpPr>
      <dsp:spPr>
        <a:xfrm>
          <a:off x="5147717" y="1233407"/>
          <a:ext cx="91440" cy="40094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094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9476E-EC35-47A7-8274-38D7705ECF6D}">
      <dsp:nvSpPr>
        <dsp:cNvPr id="0" name=""/>
        <dsp:cNvSpPr/>
      </dsp:nvSpPr>
      <dsp:spPr>
        <a:xfrm>
          <a:off x="2217100" y="1233407"/>
          <a:ext cx="2976336" cy="4009444"/>
        </a:xfrm>
        <a:custGeom>
          <a:avLst/>
          <a:gdLst/>
          <a:ahLst/>
          <a:cxnLst/>
          <a:rect l="0" t="0" r="0" b="0"/>
          <a:pathLst>
            <a:path>
              <a:moveTo>
                <a:pt x="2976336" y="0"/>
              </a:moveTo>
              <a:lnTo>
                <a:pt x="2976336" y="3751167"/>
              </a:lnTo>
              <a:lnTo>
                <a:pt x="0" y="3751167"/>
              </a:lnTo>
              <a:lnTo>
                <a:pt x="0" y="40094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F1843-4982-4A4E-95A3-F2029C98506B}">
      <dsp:nvSpPr>
        <dsp:cNvPr id="0" name=""/>
        <dsp:cNvSpPr/>
      </dsp:nvSpPr>
      <dsp:spPr>
        <a:xfrm>
          <a:off x="3963545" y="3516"/>
          <a:ext cx="2459782" cy="1229891"/>
        </a:xfrm>
        <a:prstGeom prst="rect">
          <a:avLst/>
        </a:prstGeom>
        <a:solidFill>
          <a:srgbClr val="2E2B2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kern="1200" dirty="0">
              <a:latin typeface="Bahnschrift" panose="020B0502040204020203" pitchFamily="34" charset="0"/>
            </a:rPr>
            <a:t>Модуль</a:t>
          </a:r>
        </a:p>
      </dsp:txBody>
      <dsp:txXfrm>
        <a:off x="3963545" y="3516"/>
        <a:ext cx="2459782" cy="1229891"/>
      </dsp:txXfrm>
    </dsp:sp>
    <dsp:sp modelId="{A6AC4933-AEC7-4825-AF63-A8454B2440A6}">
      <dsp:nvSpPr>
        <dsp:cNvPr id="0" name=""/>
        <dsp:cNvSpPr/>
      </dsp:nvSpPr>
      <dsp:spPr>
        <a:xfrm>
          <a:off x="987209" y="5242852"/>
          <a:ext cx="2459782" cy="1229891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2"/>
              </a:solidFill>
              <a:latin typeface="Bahnschrift" panose="020B0502040204020203" pitchFamily="34" charset="0"/>
            </a:rPr>
            <a:t>blueprint</a:t>
          </a:r>
          <a:endParaRPr lang="ru-RU" sz="42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987209" y="5242852"/>
        <a:ext cx="2459782" cy="1229891"/>
      </dsp:txXfrm>
    </dsp:sp>
    <dsp:sp modelId="{F5964C41-5927-41B9-A4FF-1E545253F755}">
      <dsp:nvSpPr>
        <dsp:cNvPr id="0" name=""/>
        <dsp:cNvSpPr/>
      </dsp:nvSpPr>
      <dsp:spPr>
        <a:xfrm>
          <a:off x="3963545" y="5242852"/>
          <a:ext cx="2459782" cy="1229891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2"/>
              </a:solidFill>
              <a:latin typeface="Bahnschrift" panose="020B0502040204020203" pitchFamily="34" charset="0"/>
            </a:rPr>
            <a:t>config</a:t>
          </a:r>
          <a:endParaRPr lang="ru-RU" sz="42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3963545" y="5242852"/>
        <a:ext cx="2459782" cy="1229891"/>
      </dsp:txXfrm>
    </dsp:sp>
    <dsp:sp modelId="{73543122-FE5D-46A6-98BC-3AF2A8BC7848}">
      <dsp:nvSpPr>
        <dsp:cNvPr id="0" name=""/>
        <dsp:cNvSpPr/>
      </dsp:nvSpPr>
      <dsp:spPr>
        <a:xfrm>
          <a:off x="6939882" y="5242852"/>
          <a:ext cx="2459782" cy="1229891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2"/>
              </a:solidFill>
              <a:latin typeface="Bahnschrift" panose="020B0502040204020203" pitchFamily="34" charset="0"/>
            </a:rPr>
            <a:t>routes</a:t>
          </a:r>
          <a:endParaRPr lang="ru-RU" sz="42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6939882" y="5242852"/>
        <a:ext cx="2459782" cy="1229891"/>
      </dsp:txXfrm>
    </dsp:sp>
    <dsp:sp modelId="{F9262294-5A95-41A5-985F-C1AFFA1D9C2F}">
      <dsp:nvSpPr>
        <dsp:cNvPr id="0" name=""/>
        <dsp:cNvSpPr/>
      </dsp:nvSpPr>
      <dsp:spPr>
        <a:xfrm>
          <a:off x="2475377" y="1749961"/>
          <a:ext cx="2459782" cy="1229891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rgbClr val="F2F27E"/>
              </a:solidFill>
              <a:latin typeface="Bahnschrift" panose="020B0502040204020203" pitchFamily="34" charset="0"/>
            </a:rPr>
            <a:t>forms</a:t>
          </a:r>
          <a:endParaRPr lang="ru-RU" sz="42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475377" y="1749961"/>
        <a:ext cx="2459782" cy="1229891"/>
      </dsp:txXfrm>
    </dsp:sp>
    <dsp:sp modelId="{80BBB867-21DD-4F01-8C5B-E4F0FFAEB812}">
      <dsp:nvSpPr>
        <dsp:cNvPr id="0" name=""/>
        <dsp:cNvSpPr/>
      </dsp:nvSpPr>
      <dsp:spPr>
        <a:xfrm>
          <a:off x="5451714" y="1749961"/>
          <a:ext cx="2459782" cy="1229891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rgbClr val="F2F27E"/>
              </a:solidFill>
              <a:latin typeface="Bahnschrift" panose="020B0502040204020203" pitchFamily="34" charset="0"/>
            </a:rPr>
            <a:t>static</a:t>
          </a:r>
          <a:endParaRPr lang="ru-RU" sz="42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5451714" y="1749961"/>
        <a:ext cx="2459782" cy="1229891"/>
      </dsp:txXfrm>
    </dsp:sp>
    <dsp:sp modelId="{B260EA9B-02D1-40DD-AC18-35A126594B5B}">
      <dsp:nvSpPr>
        <dsp:cNvPr id="0" name=""/>
        <dsp:cNvSpPr/>
      </dsp:nvSpPr>
      <dsp:spPr>
        <a:xfrm>
          <a:off x="2475377" y="3496407"/>
          <a:ext cx="2459782" cy="1229891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rgbClr val="F2F27E"/>
              </a:solidFill>
              <a:latin typeface="Bahnschrift" panose="020B0502040204020203" pitchFamily="34" charset="0"/>
            </a:rPr>
            <a:t>templates</a:t>
          </a:r>
          <a:endParaRPr lang="ru-RU" sz="42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475377" y="3496407"/>
        <a:ext cx="2459782" cy="1229891"/>
      </dsp:txXfrm>
    </dsp:sp>
    <dsp:sp modelId="{CBFA1BA3-49DD-457E-A697-EDA956C38C80}">
      <dsp:nvSpPr>
        <dsp:cNvPr id="0" name=""/>
        <dsp:cNvSpPr/>
      </dsp:nvSpPr>
      <dsp:spPr>
        <a:xfrm>
          <a:off x="5451714" y="3496407"/>
          <a:ext cx="2459782" cy="1229891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>
              <a:solidFill>
                <a:srgbClr val="F2F27E"/>
              </a:solidFill>
              <a:latin typeface="Bahnschrift" panose="020B0502040204020203" pitchFamily="34" charset="0"/>
            </a:rPr>
            <a:t>api</a:t>
          </a:r>
          <a:endParaRPr lang="ru-RU" sz="42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5451714" y="3496407"/>
        <a:ext cx="2459782" cy="12298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C7898-20F4-49D3-A5E6-004F4FE00AF6}">
      <dsp:nvSpPr>
        <dsp:cNvPr id="0" name=""/>
        <dsp:cNvSpPr/>
      </dsp:nvSpPr>
      <dsp:spPr>
        <a:xfrm>
          <a:off x="2675937" y="3677461"/>
          <a:ext cx="308818" cy="13279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409" y="0"/>
              </a:lnTo>
              <a:lnTo>
                <a:pt x="154409" y="1327918"/>
              </a:lnTo>
              <a:lnTo>
                <a:pt x="308818" y="13279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73168A-2C0B-4BFF-A1D8-6EDA300D5842}">
      <dsp:nvSpPr>
        <dsp:cNvPr id="0" name=""/>
        <dsp:cNvSpPr/>
      </dsp:nvSpPr>
      <dsp:spPr>
        <a:xfrm>
          <a:off x="2675937" y="3677461"/>
          <a:ext cx="308818" cy="663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409" y="0"/>
              </a:lnTo>
              <a:lnTo>
                <a:pt x="154409" y="663959"/>
              </a:lnTo>
              <a:lnTo>
                <a:pt x="308818" y="663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075DF-046B-4758-B8E5-E0C2AE5A6731}">
      <dsp:nvSpPr>
        <dsp:cNvPr id="0" name=""/>
        <dsp:cNvSpPr/>
      </dsp:nvSpPr>
      <dsp:spPr>
        <a:xfrm>
          <a:off x="2675937" y="3631741"/>
          <a:ext cx="3088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8818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E47CA2-354A-4AF7-8AF8-972AF17151DF}">
      <dsp:nvSpPr>
        <dsp:cNvPr id="0" name=""/>
        <dsp:cNvSpPr/>
      </dsp:nvSpPr>
      <dsp:spPr>
        <a:xfrm>
          <a:off x="2675937" y="3013501"/>
          <a:ext cx="308818" cy="663959"/>
        </a:xfrm>
        <a:custGeom>
          <a:avLst/>
          <a:gdLst/>
          <a:ahLst/>
          <a:cxnLst/>
          <a:rect l="0" t="0" r="0" b="0"/>
          <a:pathLst>
            <a:path>
              <a:moveTo>
                <a:pt x="0" y="663959"/>
              </a:moveTo>
              <a:lnTo>
                <a:pt x="154409" y="663959"/>
              </a:lnTo>
              <a:lnTo>
                <a:pt x="154409" y="0"/>
              </a:lnTo>
              <a:lnTo>
                <a:pt x="30881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DD5A86-47BD-42AA-9C63-83050F0DE686}">
      <dsp:nvSpPr>
        <dsp:cNvPr id="0" name=""/>
        <dsp:cNvSpPr/>
      </dsp:nvSpPr>
      <dsp:spPr>
        <a:xfrm>
          <a:off x="2675937" y="2349542"/>
          <a:ext cx="308818" cy="1327918"/>
        </a:xfrm>
        <a:custGeom>
          <a:avLst/>
          <a:gdLst/>
          <a:ahLst/>
          <a:cxnLst/>
          <a:rect l="0" t="0" r="0" b="0"/>
          <a:pathLst>
            <a:path>
              <a:moveTo>
                <a:pt x="0" y="1327918"/>
              </a:moveTo>
              <a:lnTo>
                <a:pt x="154409" y="1327918"/>
              </a:lnTo>
              <a:lnTo>
                <a:pt x="154409" y="0"/>
              </a:lnTo>
              <a:lnTo>
                <a:pt x="30881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582B86-FA8F-4545-8894-BE11C620A99E}">
      <dsp:nvSpPr>
        <dsp:cNvPr id="0" name=""/>
        <dsp:cNvSpPr/>
      </dsp:nvSpPr>
      <dsp:spPr>
        <a:xfrm>
          <a:off x="2807323" y="1353603"/>
          <a:ext cx="308818" cy="3319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409" y="0"/>
              </a:lnTo>
              <a:lnTo>
                <a:pt x="154409" y="331979"/>
              </a:lnTo>
              <a:lnTo>
                <a:pt x="308818" y="3319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EC7A67-4E37-4E8D-8B47-E5B84970CC57}">
      <dsp:nvSpPr>
        <dsp:cNvPr id="0" name=""/>
        <dsp:cNvSpPr/>
      </dsp:nvSpPr>
      <dsp:spPr>
        <a:xfrm>
          <a:off x="2807323" y="1021623"/>
          <a:ext cx="308818" cy="331979"/>
        </a:xfrm>
        <a:custGeom>
          <a:avLst/>
          <a:gdLst/>
          <a:ahLst/>
          <a:cxnLst/>
          <a:rect l="0" t="0" r="0" b="0"/>
          <a:pathLst>
            <a:path>
              <a:moveTo>
                <a:pt x="0" y="331979"/>
              </a:moveTo>
              <a:lnTo>
                <a:pt x="154409" y="331979"/>
              </a:lnTo>
              <a:lnTo>
                <a:pt x="154409" y="0"/>
              </a:lnTo>
              <a:lnTo>
                <a:pt x="30881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D273A-DAF3-4111-85C8-45DFBECEDB04}">
      <dsp:nvSpPr>
        <dsp:cNvPr id="0" name=""/>
        <dsp:cNvSpPr/>
      </dsp:nvSpPr>
      <dsp:spPr>
        <a:xfrm flipH="1">
          <a:off x="1693" y="1118129"/>
          <a:ext cx="2805630" cy="470947"/>
        </a:xfrm>
        <a:prstGeom prst="rect">
          <a:avLst/>
        </a:prstGeom>
        <a:solidFill>
          <a:srgbClr val="2E2B2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Bahnschrift" panose="020B0502040204020203" pitchFamily="34" charset="0"/>
            </a:rPr>
            <a:t>user</a:t>
          </a:r>
          <a:endParaRPr lang="ru-RU" sz="3100" kern="1200" dirty="0">
            <a:latin typeface="Bahnschrift" panose="020B0502040204020203" pitchFamily="34" charset="0"/>
          </a:endParaRPr>
        </a:p>
      </dsp:txBody>
      <dsp:txXfrm>
        <a:off x="1693" y="1118129"/>
        <a:ext cx="2805630" cy="470947"/>
      </dsp:txXfrm>
    </dsp:sp>
    <dsp:sp modelId="{CAA5F636-37EF-4FFF-9CE0-33AEA44BD246}">
      <dsp:nvSpPr>
        <dsp:cNvPr id="0" name=""/>
        <dsp:cNvSpPr/>
      </dsp:nvSpPr>
      <dsp:spPr>
        <a:xfrm>
          <a:off x="3116142" y="786149"/>
          <a:ext cx="9074164" cy="47094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2F27E"/>
              </a:solidFill>
              <a:latin typeface="Bahnschrift" panose="020B0502040204020203" pitchFamily="34" charset="0"/>
            </a:rPr>
            <a:t>user</a:t>
          </a:r>
          <a:endParaRPr lang="ru-RU" sz="31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3116142" y="786149"/>
        <a:ext cx="9074164" cy="470947"/>
      </dsp:txXfrm>
    </dsp:sp>
    <dsp:sp modelId="{3489669F-8371-45B0-BC8B-8D1AFED95BDF}">
      <dsp:nvSpPr>
        <dsp:cNvPr id="0" name=""/>
        <dsp:cNvSpPr/>
      </dsp:nvSpPr>
      <dsp:spPr>
        <a:xfrm>
          <a:off x="3116142" y="1450109"/>
          <a:ext cx="9074164" cy="47094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2F27E"/>
              </a:solidFill>
              <a:latin typeface="Bahnschrift" panose="020B0502040204020203" pitchFamily="34" charset="0"/>
            </a:rPr>
            <a:t>friendship</a:t>
          </a:r>
          <a:endParaRPr lang="ru-RU" sz="31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3116142" y="1450109"/>
        <a:ext cx="9074164" cy="470947"/>
      </dsp:txXfrm>
    </dsp:sp>
    <dsp:sp modelId="{6D7B070E-DE4C-4808-A5E2-6E422DBE83AA}">
      <dsp:nvSpPr>
        <dsp:cNvPr id="0" name=""/>
        <dsp:cNvSpPr/>
      </dsp:nvSpPr>
      <dsp:spPr>
        <a:xfrm>
          <a:off x="1693" y="3441987"/>
          <a:ext cx="2674243" cy="470947"/>
        </a:xfrm>
        <a:prstGeom prst="rect">
          <a:avLst/>
        </a:prstGeom>
        <a:solidFill>
          <a:srgbClr val="2E2B2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Bahnschrift" panose="020B0502040204020203" pitchFamily="34" charset="0"/>
            </a:rPr>
            <a:t>qa</a:t>
          </a:r>
          <a:endParaRPr lang="ru-RU" sz="3100" kern="1200" dirty="0">
            <a:latin typeface="Bahnschrift" panose="020B0502040204020203" pitchFamily="34" charset="0"/>
          </a:endParaRPr>
        </a:p>
      </dsp:txBody>
      <dsp:txXfrm>
        <a:off x="1693" y="3441987"/>
        <a:ext cx="2674243" cy="470947"/>
      </dsp:txXfrm>
    </dsp:sp>
    <dsp:sp modelId="{DDB1AE75-868B-4995-801B-27381FB6CE03}">
      <dsp:nvSpPr>
        <dsp:cNvPr id="0" name=""/>
        <dsp:cNvSpPr/>
      </dsp:nvSpPr>
      <dsp:spPr>
        <a:xfrm>
          <a:off x="2984755" y="2114068"/>
          <a:ext cx="9189724" cy="47094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2F27E"/>
              </a:solidFill>
              <a:latin typeface="Bahnschrift" panose="020B0502040204020203" pitchFamily="34" charset="0"/>
            </a:rPr>
            <a:t>question</a:t>
          </a:r>
          <a:endParaRPr lang="ru-RU" sz="31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984755" y="2114068"/>
        <a:ext cx="9189724" cy="470947"/>
      </dsp:txXfrm>
    </dsp:sp>
    <dsp:sp modelId="{565062D6-53CB-468B-855E-C844A0B23A4C}">
      <dsp:nvSpPr>
        <dsp:cNvPr id="0" name=""/>
        <dsp:cNvSpPr/>
      </dsp:nvSpPr>
      <dsp:spPr>
        <a:xfrm>
          <a:off x="2984755" y="2778028"/>
          <a:ext cx="9189724" cy="47094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2F27E"/>
              </a:solidFill>
              <a:latin typeface="Bahnschrift" panose="020B0502040204020203" pitchFamily="34" charset="0"/>
            </a:rPr>
            <a:t>tag</a:t>
          </a:r>
          <a:endParaRPr lang="ru-RU" sz="31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984755" y="2778028"/>
        <a:ext cx="9189724" cy="470947"/>
      </dsp:txXfrm>
    </dsp:sp>
    <dsp:sp modelId="{D561D2BF-95A3-4BFE-B882-26FDC5F751E0}">
      <dsp:nvSpPr>
        <dsp:cNvPr id="0" name=""/>
        <dsp:cNvSpPr/>
      </dsp:nvSpPr>
      <dsp:spPr>
        <a:xfrm>
          <a:off x="2984755" y="3441987"/>
          <a:ext cx="9189724" cy="47094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>
              <a:solidFill>
                <a:srgbClr val="F2F27E"/>
              </a:solidFill>
              <a:latin typeface="Bahnschrift" panose="020B0502040204020203" pitchFamily="34" charset="0"/>
            </a:rPr>
            <a:t>tag_to_question</a:t>
          </a:r>
          <a:endParaRPr lang="ru-RU" sz="31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984755" y="3441987"/>
        <a:ext cx="9189724" cy="470947"/>
      </dsp:txXfrm>
    </dsp:sp>
    <dsp:sp modelId="{00D39A10-D851-4A3E-9B52-61B8FFE39536}">
      <dsp:nvSpPr>
        <dsp:cNvPr id="0" name=""/>
        <dsp:cNvSpPr/>
      </dsp:nvSpPr>
      <dsp:spPr>
        <a:xfrm>
          <a:off x="2984755" y="4105946"/>
          <a:ext cx="9189724" cy="47094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2F27E"/>
              </a:solidFill>
              <a:latin typeface="Bahnschrift" panose="020B0502040204020203" pitchFamily="34" charset="0"/>
            </a:rPr>
            <a:t>comment</a:t>
          </a:r>
          <a:endParaRPr lang="ru-RU" sz="31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984755" y="4105946"/>
        <a:ext cx="9189724" cy="470947"/>
      </dsp:txXfrm>
    </dsp:sp>
    <dsp:sp modelId="{027BFDFC-D098-46B3-8919-3C4BEA158144}">
      <dsp:nvSpPr>
        <dsp:cNvPr id="0" name=""/>
        <dsp:cNvSpPr/>
      </dsp:nvSpPr>
      <dsp:spPr>
        <a:xfrm>
          <a:off x="2984755" y="4769906"/>
          <a:ext cx="9189724" cy="470947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rgbClr val="F2F27E"/>
              </a:solidFill>
              <a:latin typeface="Bahnschrift" panose="020B0502040204020203" pitchFamily="34" charset="0"/>
            </a:rPr>
            <a:t>favorite</a:t>
          </a:r>
          <a:endParaRPr lang="ru-RU" sz="31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2984755" y="4769906"/>
        <a:ext cx="9189724" cy="4709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00DCC-F427-4EC6-83BB-3DE8A5B15513}">
      <dsp:nvSpPr>
        <dsp:cNvPr id="0" name=""/>
        <dsp:cNvSpPr/>
      </dsp:nvSpPr>
      <dsp:spPr>
        <a:xfrm>
          <a:off x="4649151" y="1233055"/>
          <a:ext cx="2976858" cy="5166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322"/>
              </a:lnTo>
              <a:lnTo>
                <a:pt x="2976858" y="258322"/>
              </a:lnTo>
              <a:lnTo>
                <a:pt x="2976858" y="5166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0394F-9B1C-4C5B-BC75-101F60830741}">
      <dsp:nvSpPr>
        <dsp:cNvPr id="0" name=""/>
        <dsp:cNvSpPr/>
      </dsp:nvSpPr>
      <dsp:spPr>
        <a:xfrm>
          <a:off x="3665065" y="2979807"/>
          <a:ext cx="369032" cy="2878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8450"/>
              </a:lnTo>
              <a:lnTo>
                <a:pt x="369032" y="28784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2C4BF1-6D84-493B-8898-F2AD607E4E8C}">
      <dsp:nvSpPr>
        <dsp:cNvPr id="0" name=""/>
        <dsp:cNvSpPr/>
      </dsp:nvSpPr>
      <dsp:spPr>
        <a:xfrm>
          <a:off x="3665065" y="2979807"/>
          <a:ext cx="369032" cy="1131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1698"/>
              </a:lnTo>
              <a:lnTo>
                <a:pt x="369032" y="113169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3F210F-BA1E-43F2-96C2-ED1FBE5F9652}">
      <dsp:nvSpPr>
        <dsp:cNvPr id="0" name=""/>
        <dsp:cNvSpPr/>
      </dsp:nvSpPr>
      <dsp:spPr>
        <a:xfrm>
          <a:off x="4603431" y="1233055"/>
          <a:ext cx="91440" cy="5166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66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313602-F67A-4D0A-A6CA-7D55EF0CDB93}">
      <dsp:nvSpPr>
        <dsp:cNvPr id="0" name=""/>
        <dsp:cNvSpPr/>
      </dsp:nvSpPr>
      <dsp:spPr>
        <a:xfrm>
          <a:off x="688207" y="2979807"/>
          <a:ext cx="369032" cy="2878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8450"/>
              </a:lnTo>
              <a:lnTo>
                <a:pt x="369032" y="28784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B4EAAE-CBCC-43B2-8ACE-C17A98C6E289}">
      <dsp:nvSpPr>
        <dsp:cNvPr id="0" name=""/>
        <dsp:cNvSpPr/>
      </dsp:nvSpPr>
      <dsp:spPr>
        <a:xfrm>
          <a:off x="688207" y="2979807"/>
          <a:ext cx="369032" cy="1131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1698"/>
              </a:lnTo>
              <a:lnTo>
                <a:pt x="369032" y="113169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9476E-EC35-47A7-8274-38D7705ECF6D}">
      <dsp:nvSpPr>
        <dsp:cNvPr id="0" name=""/>
        <dsp:cNvSpPr/>
      </dsp:nvSpPr>
      <dsp:spPr>
        <a:xfrm>
          <a:off x="1672292" y="1233055"/>
          <a:ext cx="2976858" cy="516644"/>
        </a:xfrm>
        <a:custGeom>
          <a:avLst/>
          <a:gdLst/>
          <a:ahLst/>
          <a:cxnLst/>
          <a:rect l="0" t="0" r="0" b="0"/>
          <a:pathLst>
            <a:path>
              <a:moveTo>
                <a:pt x="2976858" y="0"/>
              </a:moveTo>
              <a:lnTo>
                <a:pt x="2976858" y="258322"/>
              </a:lnTo>
              <a:lnTo>
                <a:pt x="0" y="258322"/>
              </a:lnTo>
              <a:lnTo>
                <a:pt x="0" y="5166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F1843-4982-4A4E-95A3-F2029C98506B}">
      <dsp:nvSpPr>
        <dsp:cNvPr id="0" name=""/>
        <dsp:cNvSpPr/>
      </dsp:nvSpPr>
      <dsp:spPr>
        <a:xfrm>
          <a:off x="3419044" y="2948"/>
          <a:ext cx="2460213" cy="1230106"/>
        </a:xfrm>
        <a:prstGeom prst="rect">
          <a:avLst/>
        </a:prstGeom>
        <a:solidFill>
          <a:srgbClr val="2E2B2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Bahnschrift" panose="020B0502040204020203" pitchFamily="34" charset="0"/>
            </a:rPr>
            <a:t>API</a:t>
          </a:r>
          <a:endParaRPr lang="ru-RU" sz="3200" kern="1200" dirty="0">
            <a:latin typeface="Bahnschrift" panose="020B0502040204020203" pitchFamily="34" charset="0"/>
          </a:endParaRPr>
        </a:p>
      </dsp:txBody>
      <dsp:txXfrm>
        <a:off x="3419044" y="2948"/>
        <a:ext cx="2460213" cy="1230106"/>
      </dsp:txXfrm>
    </dsp:sp>
    <dsp:sp modelId="{A6AC4933-AEC7-4825-AF63-A8454B2440A6}">
      <dsp:nvSpPr>
        <dsp:cNvPr id="0" name=""/>
        <dsp:cNvSpPr/>
      </dsp:nvSpPr>
      <dsp:spPr>
        <a:xfrm>
          <a:off x="442185" y="1749700"/>
          <a:ext cx="2460213" cy="1230106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F2F27E"/>
              </a:solidFill>
              <a:latin typeface="Bahnschrift" panose="020B0502040204020203" pitchFamily="34" charset="0"/>
            </a:rPr>
            <a:t>validators</a:t>
          </a:r>
          <a:endParaRPr lang="ru-RU" sz="32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442185" y="1749700"/>
        <a:ext cx="2460213" cy="1230106"/>
      </dsp:txXfrm>
    </dsp:sp>
    <dsp:sp modelId="{47160759-838B-4434-856B-822A51F232D9}">
      <dsp:nvSpPr>
        <dsp:cNvPr id="0" name=""/>
        <dsp:cNvSpPr/>
      </dsp:nvSpPr>
      <dsp:spPr>
        <a:xfrm>
          <a:off x="1057239" y="3496452"/>
          <a:ext cx="2460213" cy="1230106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2"/>
              </a:solidFill>
              <a:latin typeface="Bahnschrift" panose="020B0502040204020203" pitchFamily="34" charset="0"/>
            </a:rPr>
            <a:t>Validators</a:t>
          </a:r>
          <a:endParaRPr lang="ru-RU" sz="32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1057239" y="3496452"/>
        <a:ext cx="2460213" cy="1230106"/>
      </dsp:txXfrm>
    </dsp:sp>
    <dsp:sp modelId="{DF1DC95F-DAA6-4689-A5CA-D1C389480AFD}">
      <dsp:nvSpPr>
        <dsp:cNvPr id="0" name=""/>
        <dsp:cNvSpPr/>
      </dsp:nvSpPr>
      <dsp:spPr>
        <a:xfrm>
          <a:off x="1057239" y="5243204"/>
          <a:ext cx="2460213" cy="1230106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2"/>
              </a:solidFill>
              <a:latin typeface="Bahnschrift" panose="020B0502040204020203" pitchFamily="34" charset="0"/>
            </a:rPr>
            <a:t>Aborts</a:t>
          </a:r>
          <a:endParaRPr lang="ru-RU" sz="32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1057239" y="5243204"/>
        <a:ext cx="2460213" cy="1230106"/>
      </dsp:txXfrm>
    </dsp:sp>
    <dsp:sp modelId="{F5964C41-5927-41B9-A4FF-1E545253F755}">
      <dsp:nvSpPr>
        <dsp:cNvPr id="0" name=""/>
        <dsp:cNvSpPr/>
      </dsp:nvSpPr>
      <dsp:spPr>
        <a:xfrm>
          <a:off x="3419044" y="1749700"/>
          <a:ext cx="2460213" cy="1230106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F2F27E"/>
              </a:solidFill>
              <a:latin typeface="Bahnschrift" panose="020B0502040204020203" pitchFamily="34" charset="0"/>
            </a:rPr>
            <a:t>resources</a:t>
          </a:r>
          <a:endParaRPr lang="ru-RU" sz="32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3419044" y="1749700"/>
        <a:ext cx="2460213" cy="1230106"/>
      </dsp:txXfrm>
    </dsp:sp>
    <dsp:sp modelId="{5DE833A4-E1E2-47A9-A005-C27747FE1C5C}">
      <dsp:nvSpPr>
        <dsp:cNvPr id="0" name=""/>
        <dsp:cNvSpPr/>
      </dsp:nvSpPr>
      <dsp:spPr>
        <a:xfrm>
          <a:off x="4034098" y="3496452"/>
          <a:ext cx="2460213" cy="1230106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2"/>
              </a:solidFill>
              <a:latin typeface="Bahnschrift" panose="020B0502040204020203" pitchFamily="34" charset="0"/>
            </a:rPr>
            <a:t>Resource</a:t>
          </a:r>
          <a:endParaRPr lang="ru-RU" sz="32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4034098" y="3496452"/>
        <a:ext cx="2460213" cy="1230106"/>
      </dsp:txXfrm>
    </dsp:sp>
    <dsp:sp modelId="{F8AD810C-2ED0-4D3B-9C2A-A4A10A565F92}">
      <dsp:nvSpPr>
        <dsp:cNvPr id="0" name=""/>
        <dsp:cNvSpPr/>
      </dsp:nvSpPr>
      <dsp:spPr>
        <a:xfrm>
          <a:off x="4034098" y="5243204"/>
          <a:ext cx="2460213" cy="1230106"/>
        </a:xfrm>
        <a:prstGeom prst="rect">
          <a:avLst/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>
              <a:solidFill>
                <a:schemeClr val="tx2"/>
              </a:solidFill>
              <a:latin typeface="Bahnschrift" panose="020B0502040204020203" pitchFamily="34" charset="0"/>
            </a:rPr>
            <a:t>ListResource</a:t>
          </a:r>
          <a:endParaRPr lang="ru-RU" sz="3200" kern="1200" dirty="0">
            <a:solidFill>
              <a:schemeClr val="tx2"/>
            </a:solidFill>
            <a:latin typeface="Bahnschrift" panose="020B0502040204020203" pitchFamily="34" charset="0"/>
          </a:endParaRPr>
        </a:p>
      </dsp:txBody>
      <dsp:txXfrm>
        <a:off x="4034098" y="5243204"/>
        <a:ext cx="2460213" cy="1230106"/>
      </dsp:txXfrm>
    </dsp:sp>
    <dsp:sp modelId="{73543122-FE5D-46A6-98BC-3AF2A8BC7848}">
      <dsp:nvSpPr>
        <dsp:cNvPr id="0" name=""/>
        <dsp:cNvSpPr/>
      </dsp:nvSpPr>
      <dsp:spPr>
        <a:xfrm>
          <a:off x="6395903" y="1749700"/>
          <a:ext cx="2460213" cy="1230106"/>
        </a:xfrm>
        <a:prstGeom prst="rect">
          <a:avLst/>
        </a:prstGeom>
        <a:solidFill>
          <a:srgbClr val="9CBEB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F2F27E"/>
              </a:solidFill>
              <a:latin typeface="Bahnschrift" panose="020B0502040204020203" pitchFamily="34" charset="0"/>
            </a:rPr>
            <a:t>parsers</a:t>
          </a:r>
          <a:endParaRPr lang="ru-RU" sz="3200" kern="1200" dirty="0">
            <a:solidFill>
              <a:srgbClr val="F2F27E"/>
            </a:solidFill>
            <a:latin typeface="Bahnschrift" panose="020B0502040204020203" pitchFamily="34" charset="0"/>
          </a:endParaRPr>
        </a:p>
      </dsp:txBody>
      <dsp:txXfrm>
        <a:off x="6395903" y="1749700"/>
        <a:ext cx="2460213" cy="1230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D9C8E-FFB9-4D34-9801-A2736E19D805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3D8FD-03B8-4BB5-80A9-D0B937491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29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3D8FD-03B8-4BB5-80A9-D0B937491C0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990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053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610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064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98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41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420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33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00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78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79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94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D43BB-6107-493A-8174-D2C20924E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5D04CE-61EE-42F5-B85D-DBA87EC0F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F6C8F9-33BA-401D-9EA2-145C7CD4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D1823B-14C0-4BEE-8ACC-7D6C7A64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457E80-FF7B-455D-A41C-E7C1142D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191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5CDDA-E8B5-42B5-AD41-4FB84E13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4CE882-DCE5-4BE5-81B9-8999B852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5D7D9B-097D-42CC-9C0F-27041593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403451-8E1C-41D0-98EE-730907BB2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27AB7B-389E-479A-A50E-4DF43221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468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E9934-C84C-4E3C-A9FA-C11EDF86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E6FC14-1E65-4FF0-9CE1-E6A8C0E4C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B9D38C-C726-4E45-84C3-DC36D9A0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162287-DA65-4493-B0D6-C9DB256D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8E710D-33B5-4299-83A7-18BABCAE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024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2910D-211C-440B-896F-A5F60B6F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76D43E-3868-42C5-92FB-24D3EF345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BCA393-3A01-45A7-874B-E69F3E1A0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0D2F6F-27E8-4451-AF09-A25A34AC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61CF98-C6BC-4C5B-B7F9-2F25CCE6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372B2F-9D5A-49E1-A79D-FC5D605E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584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E02FC-E7B2-4CA3-B42D-73A60DB6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B416D1-E635-46CF-BC4A-5BB43BAB6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D10D1C-FEB9-48D7-99C6-2C247DF3D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293DEA-7886-40CB-A3F7-ED6C39EBB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DFACD1-0484-4E47-A8AE-D85DCEC42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7ACD70-7E50-4D4A-900D-848F83EA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4638DB-C6AF-472F-9E20-C20E9F47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54D1D1D-FCAC-43AD-B630-E60A2A8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597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2D716-40D3-4A06-BFFC-15DA3808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18D36A-7D8D-4C30-B9E3-6974FDD37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ED7AB6-89E3-4414-B0CE-789B5805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E683F7-D7F0-4967-A583-B804EA13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0038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99D35D-F177-435E-86FF-B9472BCA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DFD132B-EA14-4E98-8C47-FE24C7C3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0F1801-6B78-4CF4-A724-29BC7E4D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640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FB239-2803-425F-9354-D0F85F5CF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F8DA5A-AB85-4288-9534-C0BB8326B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E6DA63-AADE-405E-9828-6565B17E2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CFC5B-CD47-41EA-94AF-F936EE54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1386EA-223B-41E9-947E-DF3899E4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DD8E80-7E40-463F-B251-CA9D60AB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447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C1A02-7F23-420F-A144-315DA3724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9457A05-6FFD-4657-AD1D-501644502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0B62B2-0EF3-4DE8-B60A-95CF04757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92210E-B819-4B8F-A81F-567A0A97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2F74BC-1AE5-488B-AE8F-27F175DD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13D60D-3B30-4026-9B82-1C30BFDF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051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3E5DE-C929-42EC-AFF2-34BCC329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92A1E5-A134-4116-AD94-A429BA561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43B214-902C-450E-96A9-5FE341E8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0B14E8-8750-4AA0-A608-AD96F7B3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25127F-82C1-407D-8C36-3D04CB1D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193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875CD4-906C-47E0-AFB9-AB06B8929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E9C629-0407-4BC4-8E28-054CEC2A9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E31DA3-BC78-41B2-A16F-35E33E95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5794D0-0FE7-465F-AC20-C12E74AF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720FF2-00B8-4D35-A178-AD9EB455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52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161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  <p:sldLayoutId id="214748403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D85E7-8E88-4BFC-A4BE-B375A63DE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78AB7A-FE46-4210-9896-E3195EB64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12CA7-8114-4D07-B779-8CF59B628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0C2B1-19A7-40B1-9549-BE28C527D88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91394-777D-4755-AF35-5465F6077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381CC4-FB13-4C66-B49B-5017AF144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86049-CA2D-4B13-94BF-98E38E7D0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49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6" r:id="rId1"/>
    <p:sldLayoutId id="2147484147" r:id="rId2"/>
    <p:sldLayoutId id="2147484148" r:id="rId3"/>
    <p:sldLayoutId id="2147484149" r:id="rId4"/>
    <p:sldLayoutId id="2147484150" r:id="rId5"/>
    <p:sldLayoutId id="2147484151" r:id="rId6"/>
    <p:sldLayoutId id="2147484152" r:id="rId7"/>
    <p:sldLayoutId id="2147484153" r:id="rId8"/>
    <p:sldLayoutId id="2147484154" r:id="rId9"/>
    <p:sldLayoutId id="2147484155" r:id="rId10"/>
    <p:sldLayoutId id="21474841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rbick/AskAndLearn.git" TargetMode="External"/><Relationship Id="rId2" Type="http://schemas.openxmlformats.org/officeDocument/2006/relationships/hyperlink" Target="https://github.com/Yarbick/AskAndLearn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8621C3-1537-467A-86E9-9EEB1DF9B143}"/>
              </a:ext>
            </a:extLst>
          </p:cNvPr>
          <p:cNvSpPr/>
          <p:nvPr/>
        </p:nvSpPr>
        <p:spPr>
          <a:xfrm>
            <a:off x="7852528" y="5083403"/>
            <a:ext cx="1027522" cy="1291472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B026F-3E6A-4EF5-BC4B-9A3B39A45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0217" y="1781667"/>
            <a:ext cx="9951563" cy="1647333"/>
          </a:xfrm>
        </p:spPr>
        <p:txBody>
          <a:bodyPr>
            <a:noAutofit/>
          </a:bodyPr>
          <a:lstStyle/>
          <a:p>
            <a:r>
              <a:rPr lang="en-US" sz="13000" b="1" dirty="0">
                <a:solidFill>
                  <a:srgbClr val="F2F27E"/>
                </a:solidFill>
                <a:latin typeface="Bahnschrift" panose="020B0502040204020203" pitchFamily="34" charset="0"/>
              </a:rPr>
              <a:t>Ask&amp;Learn</a:t>
            </a:r>
            <a:endParaRPr lang="ru-RU" sz="130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804019-A6BF-43B9-B998-4973B195C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8665" y="3949830"/>
            <a:ext cx="10162095" cy="612743"/>
          </a:xfrm>
        </p:spPr>
        <p:txBody>
          <a:bodyPr>
            <a:normAutofit lnSpcReduction="10000"/>
          </a:bodyPr>
          <a:lstStyle/>
          <a:p>
            <a:r>
              <a:rPr lang="ru-RU" sz="3600" dirty="0">
                <a:solidFill>
                  <a:srgbClr val="F2F27E"/>
                </a:solidFill>
                <a:latin typeface="Bahnschrift" panose="020B0502040204020203" pitchFamily="34" charset="0"/>
                <a:cs typeface="Cascadia Code Light" panose="020B0609020000020004" pitchFamily="49" charset="0"/>
              </a:rPr>
              <a:t>Проект по </a:t>
            </a:r>
            <a:r>
              <a:rPr lang="en-US" sz="3600" dirty="0">
                <a:solidFill>
                  <a:srgbClr val="F2F27E"/>
                </a:solidFill>
                <a:latin typeface="Bahnschrift" panose="020B0502040204020203" pitchFamily="34" charset="0"/>
                <a:cs typeface="Cascadia Code Light" panose="020B0609020000020004" pitchFamily="49" charset="0"/>
              </a:rPr>
              <a:t>Flask </a:t>
            </a:r>
            <a:r>
              <a:rPr lang="ru-RU" sz="3600" dirty="0">
                <a:solidFill>
                  <a:srgbClr val="F2F27E"/>
                </a:solidFill>
                <a:latin typeface="Bahnschrift" panose="020B0502040204020203" pitchFamily="34" charset="0"/>
                <a:cs typeface="Cascadia Code Light" panose="020B0609020000020004" pitchFamily="49" charset="0"/>
              </a:rPr>
              <a:t>для Яндекс Лицея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EF95CA6-8252-410D-AD5A-8E494668C1E9}"/>
              </a:ext>
            </a:extLst>
          </p:cNvPr>
          <p:cNvSpPr txBox="1">
            <a:spLocks/>
          </p:cNvSpPr>
          <p:nvPr/>
        </p:nvSpPr>
        <p:spPr>
          <a:xfrm>
            <a:off x="6312815" y="4732256"/>
            <a:ext cx="4864232" cy="12160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Создатель: </a:t>
            </a:r>
          </a:p>
          <a:p>
            <a:pPr algn="r"/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Ярбилов Ильяс Робертович</a:t>
            </a:r>
          </a:p>
        </p:txBody>
      </p:sp>
    </p:spTree>
    <p:extLst>
      <p:ext uri="{BB962C8B-B14F-4D97-AF65-F5344CB8AC3E}">
        <p14:creationId xmlns:p14="http://schemas.microsoft.com/office/powerpoint/2010/main" val="148888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3600" b="1" dirty="0">
                <a:solidFill>
                  <a:schemeClr val="bg1"/>
                </a:solidFill>
                <a:latin typeface="Bahnschrift" panose="020B0502040204020203" pitchFamily="34" charset="0"/>
              </a:rPr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52567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Общие сведения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Название проекта: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Ask&amp;Learn (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AskAndLearn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)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Создатель проекта: Ярбилов Ильяс Робертович</a:t>
            </a:r>
          </a:p>
          <a:p>
            <a:pPr algn="just"/>
            <a:endParaRPr lang="ru-RU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Язык программирования: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Python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Фреймворк: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 (Backend), Bootstrap (Frontend)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Общий объём кода</a:t>
            </a:r>
            <a:r>
              <a:rPr lang="ru-RU" sz="3200">
                <a:solidFill>
                  <a:srgbClr val="2E2B21"/>
                </a:solidFill>
                <a:latin typeface="Bahnschrift" panose="020B0502040204020203" pitchFamily="34" charset="0"/>
              </a:rPr>
              <a:t>: более 4700 строк (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на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Python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)</a:t>
            </a:r>
            <a:endParaRPr lang="en-US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AE21E44-47D7-48A4-BCB6-674F9487A24C}"/>
              </a:ext>
            </a:extLst>
          </p:cNvPr>
          <p:cNvGrpSpPr/>
          <p:nvPr/>
        </p:nvGrpSpPr>
        <p:grpSpPr>
          <a:xfrm>
            <a:off x="403523" y="4762945"/>
            <a:ext cx="9438061" cy="1933999"/>
            <a:chOff x="403523" y="4762945"/>
            <a:chExt cx="9438061" cy="1933999"/>
          </a:xfrm>
        </p:grpSpPr>
        <p:sp>
          <p:nvSpPr>
            <p:cNvPr id="4" name="Равнобедренный треугольник 3">
              <a:extLst>
                <a:ext uri="{FF2B5EF4-FFF2-40B4-BE49-F238E27FC236}">
                  <a16:creationId xmlns:a16="http://schemas.microsoft.com/office/drawing/2014/main" id="{9A2928D4-5A7F-4D9A-8D14-DC18FCFA2AF2}"/>
                </a:ext>
              </a:extLst>
            </p:cNvPr>
            <p:cNvSpPr/>
            <p:nvPr/>
          </p:nvSpPr>
          <p:spPr>
            <a:xfrm>
              <a:off x="3296650" y="5012326"/>
              <a:ext cx="4000107" cy="1545976"/>
            </a:xfrm>
            <a:prstGeom prst="triangle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C5BA7FD4-DE7F-4A0F-A6DC-BE0A547E6620}"/>
                </a:ext>
              </a:extLst>
            </p:cNvPr>
            <p:cNvSpPr/>
            <p:nvPr/>
          </p:nvSpPr>
          <p:spPr>
            <a:xfrm rot="892025">
              <a:off x="403523" y="5359718"/>
              <a:ext cx="4721895" cy="537328"/>
            </a:xfrm>
            <a:prstGeom prst="rect">
              <a:avLst/>
            </a:prstGeom>
            <a:solidFill>
              <a:srgbClr val="4844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D5269E4D-A190-4564-8FC0-9B06AB09A9FD}"/>
                </a:ext>
              </a:extLst>
            </p:cNvPr>
            <p:cNvSpPr/>
            <p:nvPr/>
          </p:nvSpPr>
          <p:spPr>
            <a:xfrm>
              <a:off x="1508289" y="4762945"/>
              <a:ext cx="2053100" cy="1933999"/>
            </a:xfrm>
            <a:prstGeom prst="ellipse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5FEB88C4-976E-4B1F-B337-0F784BDA5B25}"/>
                </a:ext>
              </a:extLst>
            </p:cNvPr>
            <p:cNvSpPr/>
            <p:nvPr/>
          </p:nvSpPr>
          <p:spPr>
            <a:xfrm>
              <a:off x="6542202" y="5021157"/>
              <a:ext cx="3299382" cy="962131"/>
            </a:xfrm>
            <a:custGeom>
              <a:avLst/>
              <a:gdLst>
                <a:gd name="connsiteX0" fmla="*/ 0 w 3299382"/>
                <a:gd name="connsiteY0" fmla="*/ 700913 h 962131"/>
                <a:gd name="connsiteX1" fmla="*/ 603316 w 3299382"/>
                <a:gd name="connsiteY1" fmla="*/ 3330 h 962131"/>
                <a:gd name="connsiteX2" fmla="*/ 1216058 w 3299382"/>
                <a:gd name="connsiteY2" fmla="*/ 955437 h 962131"/>
                <a:gd name="connsiteX3" fmla="*/ 2394408 w 3299382"/>
                <a:gd name="connsiteY3" fmla="*/ 446389 h 962131"/>
                <a:gd name="connsiteX4" fmla="*/ 3299382 w 3299382"/>
                <a:gd name="connsiteY4" fmla="*/ 823462 h 962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9382" h="962131">
                  <a:moveTo>
                    <a:pt x="0" y="700913"/>
                  </a:moveTo>
                  <a:cubicBezTo>
                    <a:pt x="200320" y="330911"/>
                    <a:pt x="400640" y="-39091"/>
                    <a:pt x="603316" y="3330"/>
                  </a:cubicBezTo>
                  <a:cubicBezTo>
                    <a:pt x="805992" y="45751"/>
                    <a:pt x="917543" y="881594"/>
                    <a:pt x="1216058" y="955437"/>
                  </a:cubicBezTo>
                  <a:cubicBezTo>
                    <a:pt x="1514573" y="1029280"/>
                    <a:pt x="2047187" y="468385"/>
                    <a:pt x="2394408" y="446389"/>
                  </a:cubicBezTo>
                  <a:cubicBezTo>
                    <a:pt x="2741629" y="424393"/>
                    <a:pt x="3020505" y="623927"/>
                    <a:pt x="3299382" y="823462"/>
                  </a:cubicBezTo>
                </a:path>
              </a:pathLst>
            </a:custGeom>
            <a:noFill/>
            <a:ln w="190500">
              <a:solidFill>
                <a:srgbClr val="4844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Звезда: 5 точек 7">
              <a:extLst>
                <a:ext uri="{FF2B5EF4-FFF2-40B4-BE49-F238E27FC236}">
                  <a16:creationId xmlns:a16="http://schemas.microsoft.com/office/drawing/2014/main" id="{70D01DC0-D427-47C5-B07A-FDC086E5AB54}"/>
                </a:ext>
              </a:extLst>
            </p:cNvPr>
            <p:cNvSpPr/>
            <p:nvPr/>
          </p:nvSpPr>
          <p:spPr>
            <a:xfrm rot="20630545">
              <a:off x="8446523" y="4891057"/>
              <a:ext cx="1277188" cy="1222329"/>
            </a:xfrm>
            <a:prstGeom prst="star5">
              <a:avLst/>
            </a:prstGeom>
            <a:solidFill>
              <a:srgbClr val="9CBEBD"/>
            </a:solidFill>
            <a:ln w="76200">
              <a:solidFill>
                <a:srgbClr val="F2F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89387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Идея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Форум для публикации вопросов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Ask&amp;Learn (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или же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AskAndLearn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).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Пользователи могут задавать вопросы, отвечать на них, отмечать их как избранные. Есть возможность добавлять в друзья или же блокировать других людей. Если автору вопроса подошёл ответ, то он может отметить выбранный комментарий «полезным» и отметить вопрос решённым. Также можно закрыть вопрос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084816E-3C9D-4853-83C1-8E4035977ECF}"/>
              </a:ext>
            </a:extLst>
          </p:cNvPr>
          <p:cNvGrpSpPr/>
          <p:nvPr/>
        </p:nvGrpSpPr>
        <p:grpSpPr>
          <a:xfrm>
            <a:off x="584461" y="5181424"/>
            <a:ext cx="9225700" cy="1454926"/>
            <a:chOff x="584461" y="5181424"/>
            <a:chExt cx="9225700" cy="1454926"/>
          </a:xfrm>
        </p:grpSpPr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B23A926F-9F6F-484D-A484-276A16CD409D}"/>
                </a:ext>
              </a:extLst>
            </p:cNvPr>
            <p:cNvSpPr/>
            <p:nvPr/>
          </p:nvSpPr>
          <p:spPr>
            <a:xfrm>
              <a:off x="584461" y="5440557"/>
              <a:ext cx="4044099" cy="1111072"/>
            </a:xfrm>
            <a:prstGeom prst="rect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06067811-1519-48D5-8F01-599CA544ED46}"/>
                </a:ext>
              </a:extLst>
            </p:cNvPr>
            <p:cNvSpPr/>
            <p:nvPr/>
          </p:nvSpPr>
          <p:spPr>
            <a:xfrm>
              <a:off x="5649798" y="5561954"/>
              <a:ext cx="2856322" cy="787532"/>
            </a:xfrm>
            <a:custGeom>
              <a:avLst/>
              <a:gdLst>
                <a:gd name="connsiteX0" fmla="*/ 0 w 2856322"/>
                <a:gd name="connsiteY0" fmla="*/ 513990 h 787532"/>
                <a:gd name="connsiteX1" fmla="*/ 339365 w 2856322"/>
                <a:gd name="connsiteY1" fmla="*/ 4942 h 787532"/>
                <a:gd name="connsiteX2" fmla="*/ 1018095 w 2856322"/>
                <a:gd name="connsiteY2" fmla="*/ 787367 h 787532"/>
                <a:gd name="connsiteX3" fmla="*/ 1838227 w 2856322"/>
                <a:gd name="connsiteY3" fmla="*/ 80357 h 787532"/>
                <a:gd name="connsiteX4" fmla="*/ 2856322 w 2856322"/>
                <a:gd name="connsiteY4" fmla="*/ 702526 h 78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6322" h="787532">
                  <a:moveTo>
                    <a:pt x="0" y="513990"/>
                  </a:moveTo>
                  <a:cubicBezTo>
                    <a:pt x="84841" y="236684"/>
                    <a:pt x="169683" y="-40621"/>
                    <a:pt x="339365" y="4942"/>
                  </a:cubicBezTo>
                  <a:cubicBezTo>
                    <a:pt x="509047" y="50505"/>
                    <a:pt x="768285" y="774798"/>
                    <a:pt x="1018095" y="787367"/>
                  </a:cubicBezTo>
                  <a:cubicBezTo>
                    <a:pt x="1267905" y="799936"/>
                    <a:pt x="1531856" y="94497"/>
                    <a:pt x="1838227" y="80357"/>
                  </a:cubicBezTo>
                  <a:cubicBezTo>
                    <a:pt x="2144598" y="66217"/>
                    <a:pt x="2500460" y="384371"/>
                    <a:pt x="2856322" y="702526"/>
                  </a:cubicBezTo>
                </a:path>
              </a:pathLst>
            </a:custGeom>
            <a:noFill/>
            <a:ln w="190500">
              <a:solidFill>
                <a:srgbClr val="4844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Равнобедренный треугольник 2">
              <a:extLst>
                <a:ext uri="{FF2B5EF4-FFF2-40B4-BE49-F238E27FC236}">
                  <a16:creationId xmlns:a16="http://schemas.microsoft.com/office/drawing/2014/main" id="{96A7C4B3-D121-4731-8065-2CAA6CBE8E79}"/>
                </a:ext>
              </a:extLst>
            </p:cNvPr>
            <p:cNvSpPr/>
            <p:nvPr/>
          </p:nvSpPr>
          <p:spPr>
            <a:xfrm rot="947285">
              <a:off x="4229304" y="5181424"/>
              <a:ext cx="2234152" cy="1065229"/>
            </a:xfrm>
            <a:prstGeom prst="triangle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ятиугольник 5">
              <a:extLst>
                <a:ext uri="{FF2B5EF4-FFF2-40B4-BE49-F238E27FC236}">
                  <a16:creationId xmlns:a16="http://schemas.microsoft.com/office/drawing/2014/main" id="{8D4A48F7-F502-4B68-A181-DD622958B77F}"/>
                </a:ext>
              </a:extLst>
            </p:cNvPr>
            <p:cNvSpPr/>
            <p:nvPr/>
          </p:nvSpPr>
          <p:spPr>
            <a:xfrm rot="20763222">
              <a:off x="8110196" y="5226868"/>
              <a:ext cx="1699965" cy="1409482"/>
            </a:xfrm>
            <a:prstGeom prst="pentagon">
              <a:avLst/>
            </a:prstGeom>
            <a:solidFill>
              <a:srgbClr val="F2F27E"/>
            </a:solidFill>
            <a:ln w="76200">
              <a:solidFill>
                <a:srgbClr val="9CBE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28769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3600" b="1" dirty="0">
                <a:solidFill>
                  <a:schemeClr val="bg1"/>
                </a:solidFill>
                <a:latin typeface="Bahnschrift" panose="020B0502040204020203" pitchFamily="34" charset="0"/>
              </a:rPr>
              <a:t>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69929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84301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0BFD979A-F7A3-4799-9B28-526C3AE6F0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058202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Дуга 7">
            <a:extLst>
              <a:ext uri="{FF2B5EF4-FFF2-40B4-BE49-F238E27FC236}">
                <a16:creationId xmlns:a16="http://schemas.microsoft.com/office/drawing/2014/main" id="{0EFA1F22-01FC-4790-AB35-E70753FBC040}"/>
              </a:ext>
            </a:extLst>
          </p:cNvPr>
          <p:cNvSpPr/>
          <p:nvPr/>
        </p:nvSpPr>
        <p:spPr>
          <a:xfrm>
            <a:off x="8901403" y="313489"/>
            <a:ext cx="3023119" cy="1175657"/>
          </a:xfrm>
          <a:prstGeom prst="arc">
            <a:avLst/>
          </a:prstGeom>
          <a:ln w="76200">
            <a:solidFill>
              <a:srgbClr val="2C2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994F480-4255-48CE-B0CA-27A2B728FF23}"/>
              </a:ext>
            </a:extLst>
          </p:cNvPr>
          <p:cNvSpPr/>
          <p:nvPr/>
        </p:nvSpPr>
        <p:spPr>
          <a:xfrm>
            <a:off x="10412962" y="691378"/>
            <a:ext cx="1175657" cy="1175657"/>
          </a:xfrm>
          <a:prstGeom prst="ellipse">
            <a:avLst/>
          </a:prstGeom>
          <a:solidFill>
            <a:srgbClr val="F2F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CD7F705-4449-46E5-AA3B-C853B395E94C}"/>
              </a:ext>
            </a:extLst>
          </p:cNvPr>
          <p:cNvGrpSpPr/>
          <p:nvPr/>
        </p:nvGrpSpPr>
        <p:grpSpPr>
          <a:xfrm>
            <a:off x="267478" y="418458"/>
            <a:ext cx="1324715" cy="1070688"/>
            <a:chOff x="267478" y="418458"/>
            <a:chExt cx="1324715" cy="1070688"/>
          </a:xfrm>
        </p:grpSpPr>
        <p:sp>
          <p:nvSpPr>
            <p:cNvPr id="10" name="Равнобедренный треугольник 9">
              <a:extLst>
                <a:ext uri="{FF2B5EF4-FFF2-40B4-BE49-F238E27FC236}">
                  <a16:creationId xmlns:a16="http://schemas.microsoft.com/office/drawing/2014/main" id="{244E2E00-19B3-4E6E-A70D-BB9EB480ABAC}"/>
                </a:ext>
              </a:extLst>
            </p:cNvPr>
            <p:cNvSpPr/>
            <p:nvPr/>
          </p:nvSpPr>
          <p:spPr>
            <a:xfrm rot="2019484">
              <a:off x="640471" y="418458"/>
              <a:ext cx="951722" cy="825759"/>
            </a:xfrm>
            <a:prstGeom prst="triangle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8A1CA0CF-3399-4C55-B34B-FA5D7C3F191D}"/>
                </a:ext>
              </a:extLst>
            </p:cNvPr>
            <p:cNvSpPr/>
            <p:nvPr/>
          </p:nvSpPr>
          <p:spPr>
            <a:xfrm>
              <a:off x="267478" y="1069268"/>
              <a:ext cx="419878" cy="41987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1784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5D33566E-0299-41BF-8A40-40E3BDD0C4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979271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947809E-A279-4362-968D-520C9E3401CA}"/>
              </a:ext>
            </a:extLst>
          </p:cNvPr>
          <p:cNvSpPr txBox="1"/>
          <p:nvPr/>
        </p:nvSpPr>
        <p:spPr>
          <a:xfrm>
            <a:off x="0" y="6027003"/>
            <a:ext cx="36166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Bahnschrift" panose="020B0502040204020203" pitchFamily="34" charset="0"/>
              </a:rPr>
              <a:t>Библиотеки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0B6E163-F99B-435C-90B7-4E0C10ED8BAD}"/>
              </a:ext>
            </a:extLst>
          </p:cNvPr>
          <p:cNvGrpSpPr/>
          <p:nvPr/>
        </p:nvGrpSpPr>
        <p:grpSpPr>
          <a:xfrm>
            <a:off x="5477069" y="5495731"/>
            <a:ext cx="6382139" cy="1277558"/>
            <a:chOff x="5477069" y="5495731"/>
            <a:chExt cx="6382139" cy="1277558"/>
          </a:xfrm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CF2463C5-19B8-4815-939A-9D7EF8B97A4E}"/>
                </a:ext>
              </a:extLst>
            </p:cNvPr>
            <p:cNvSpPr/>
            <p:nvPr/>
          </p:nvSpPr>
          <p:spPr>
            <a:xfrm>
              <a:off x="5477069" y="5859427"/>
              <a:ext cx="6382139" cy="727985"/>
            </a:xfrm>
            <a:custGeom>
              <a:avLst/>
              <a:gdLst>
                <a:gd name="connsiteX0" fmla="*/ 0 w 6382139"/>
                <a:gd name="connsiteY0" fmla="*/ 727985 h 727985"/>
                <a:gd name="connsiteX1" fmla="*/ 634482 w 6382139"/>
                <a:gd name="connsiteY1" fmla="*/ 197 h 727985"/>
                <a:gd name="connsiteX2" fmla="*/ 1735494 w 6382139"/>
                <a:gd name="connsiteY2" fmla="*/ 653340 h 727985"/>
                <a:gd name="connsiteX3" fmla="*/ 4394719 w 6382139"/>
                <a:gd name="connsiteY3" fmla="*/ 513381 h 727985"/>
                <a:gd name="connsiteX4" fmla="*/ 5150498 w 6382139"/>
                <a:gd name="connsiteY4" fmla="*/ 102834 h 727985"/>
                <a:gd name="connsiteX5" fmla="*/ 6092890 w 6382139"/>
                <a:gd name="connsiteY5" fmla="*/ 569365 h 727985"/>
                <a:gd name="connsiteX6" fmla="*/ 6382139 w 6382139"/>
                <a:gd name="connsiteY6" fmla="*/ 270785 h 727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82139" h="727985">
                  <a:moveTo>
                    <a:pt x="0" y="727985"/>
                  </a:moveTo>
                  <a:cubicBezTo>
                    <a:pt x="172616" y="370311"/>
                    <a:pt x="345233" y="12638"/>
                    <a:pt x="634482" y="197"/>
                  </a:cubicBezTo>
                  <a:cubicBezTo>
                    <a:pt x="923731" y="-12244"/>
                    <a:pt x="1108788" y="567809"/>
                    <a:pt x="1735494" y="653340"/>
                  </a:cubicBezTo>
                  <a:cubicBezTo>
                    <a:pt x="2362200" y="738871"/>
                    <a:pt x="3825552" y="605132"/>
                    <a:pt x="4394719" y="513381"/>
                  </a:cubicBezTo>
                  <a:cubicBezTo>
                    <a:pt x="4963886" y="421630"/>
                    <a:pt x="4867470" y="93503"/>
                    <a:pt x="5150498" y="102834"/>
                  </a:cubicBezTo>
                  <a:cubicBezTo>
                    <a:pt x="5433527" y="112165"/>
                    <a:pt x="5887617" y="541373"/>
                    <a:pt x="6092890" y="569365"/>
                  </a:cubicBezTo>
                  <a:cubicBezTo>
                    <a:pt x="6298163" y="597357"/>
                    <a:pt x="6340151" y="434071"/>
                    <a:pt x="6382139" y="270785"/>
                  </a:cubicBezTo>
                </a:path>
              </a:pathLst>
            </a:custGeom>
            <a:noFill/>
            <a:ln w="190500" cap="rnd">
              <a:solidFill>
                <a:srgbClr val="2C2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A8EFEDF-55A1-486D-9353-484C58AC8822}"/>
                </a:ext>
              </a:extLst>
            </p:cNvPr>
            <p:cNvSpPr/>
            <p:nvPr/>
          </p:nvSpPr>
          <p:spPr>
            <a:xfrm rot="20398700">
              <a:off x="6074228" y="5570089"/>
              <a:ext cx="1539551" cy="913827"/>
            </a:xfrm>
            <a:prstGeom prst="rect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Равнобедренный треугольник 6">
              <a:extLst>
                <a:ext uri="{FF2B5EF4-FFF2-40B4-BE49-F238E27FC236}">
                  <a16:creationId xmlns:a16="http://schemas.microsoft.com/office/drawing/2014/main" id="{B628F8D5-9C24-4BC3-A9B4-8CAC8E7B5FDB}"/>
                </a:ext>
              </a:extLst>
            </p:cNvPr>
            <p:cNvSpPr/>
            <p:nvPr/>
          </p:nvSpPr>
          <p:spPr>
            <a:xfrm rot="1464812">
              <a:off x="10039739" y="5495731"/>
              <a:ext cx="1156996" cy="998375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3B7E1455-5229-408B-AB18-4DD5AA8B2F9C}"/>
                </a:ext>
              </a:extLst>
            </p:cNvPr>
            <p:cNvSpPr/>
            <p:nvPr/>
          </p:nvSpPr>
          <p:spPr>
            <a:xfrm>
              <a:off x="8034421" y="5944139"/>
              <a:ext cx="1267434" cy="829150"/>
            </a:xfrm>
            <a:prstGeom prst="ellipse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0666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ED29D4B-09FA-4ACB-AE54-A947E7D7D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517159"/>
              </p:ext>
            </p:extLst>
          </p:nvPr>
        </p:nvGraphicFramePr>
        <p:xfrm>
          <a:off x="1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734099D-C378-41F2-8F2A-C5655333B2EA}"/>
              </a:ext>
            </a:extLst>
          </p:cNvPr>
          <p:cNvSpPr txBox="1"/>
          <p:nvPr/>
        </p:nvSpPr>
        <p:spPr>
          <a:xfrm>
            <a:off x="0" y="0"/>
            <a:ext cx="7625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Bahnschrift" panose="020B0502040204020203" pitchFamily="34" charset="0"/>
              </a:rPr>
              <a:t>Применённые технологии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B196E-26DC-460B-B43F-9B6F212B33DD}"/>
              </a:ext>
            </a:extLst>
          </p:cNvPr>
          <p:cNvSpPr txBox="1"/>
          <p:nvPr/>
        </p:nvSpPr>
        <p:spPr>
          <a:xfrm>
            <a:off x="2361348" y="683581"/>
            <a:ext cx="5264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90000"/>
                    <a:lumOff val="10000"/>
                  </a:schemeClr>
                </a:solidFill>
                <a:latin typeface="Bahnschrift" panose="020B0502040204020203" pitchFamily="34" charset="0"/>
              </a:rPr>
              <a:t>по критериям оценивания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832682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30874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Структура проекта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В проекте применяется монолитно-модульная архитектура с некоторыми идеями </a:t>
            </a:r>
            <a:r>
              <a:rPr lang="ru-RU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микросервисов</a:t>
            </a:r>
            <a:endParaRPr lang="en-US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Приложение делится на узлы. Узлы связывают разные модули, которые объединены по определённым признакам (в основе смысл и общая БД). Каждый модуль выполняет свою определённую функцию, которая не зависит от других модулей. Модуль хранит в себе обработчики, формы, шаблоны, статические файлы,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API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 т. д. (комплектация зависит от функционала). Модули общаются друг с другом через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REST API</a:t>
            </a:r>
            <a:endParaRPr lang="ru-RU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379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101D5AE7-3A2A-4E5F-951A-A182E05E81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16714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8BE6D6-A9BF-4BE7-A5DF-0AE58643D384}"/>
              </a:ext>
            </a:extLst>
          </p:cNvPr>
          <p:cNvSpPr txBox="1"/>
          <p:nvPr/>
        </p:nvSpPr>
        <p:spPr>
          <a:xfrm>
            <a:off x="0" y="0"/>
            <a:ext cx="55611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Bahnschrift" panose="020B0502040204020203" pitchFamily="34" charset="0"/>
              </a:rPr>
              <a:t>Структура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045574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8BE6D6-A9BF-4BE7-A5DF-0AE58643D384}"/>
              </a:ext>
            </a:extLst>
          </p:cNvPr>
          <p:cNvSpPr txBox="1"/>
          <p:nvPr/>
        </p:nvSpPr>
        <p:spPr>
          <a:xfrm>
            <a:off x="0" y="0"/>
            <a:ext cx="53399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Bahnschrift" panose="020B0502040204020203" pitchFamily="34" charset="0"/>
              </a:rPr>
              <a:t>Структура модуля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B28F2F99-A567-4465-A423-53DB3F280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5534451"/>
              </p:ext>
            </p:extLst>
          </p:nvPr>
        </p:nvGraphicFramePr>
        <p:xfrm>
          <a:off x="1805126" y="190870"/>
          <a:ext cx="10386874" cy="6476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5AEEE3E-28A7-4A91-B776-61ED9B82A6A6}"/>
              </a:ext>
            </a:extLst>
          </p:cNvPr>
          <p:cNvGrpSpPr/>
          <p:nvPr/>
        </p:nvGrpSpPr>
        <p:grpSpPr>
          <a:xfrm>
            <a:off x="167952" y="1087016"/>
            <a:ext cx="1284512" cy="5420284"/>
            <a:chOff x="167952" y="1087016"/>
            <a:chExt cx="1284512" cy="5420284"/>
          </a:xfrm>
        </p:grpSpPr>
        <p:sp>
          <p:nvSpPr>
            <p:cNvPr id="3" name="Полилиния: фигура 2">
              <a:extLst>
                <a:ext uri="{FF2B5EF4-FFF2-40B4-BE49-F238E27FC236}">
                  <a16:creationId xmlns:a16="http://schemas.microsoft.com/office/drawing/2014/main" id="{AA1756E5-FC97-47A8-88F5-42A126FBEBD3}"/>
                </a:ext>
              </a:extLst>
            </p:cNvPr>
            <p:cNvSpPr/>
            <p:nvPr/>
          </p:nvSpPr>
          <p:spPr>
            <a:xfrm>
              <a:off x="289236" y="1511559"/>
              <a:ext cx="1147678" cy="4973217"/>
            </a:xfrm>
            <a:custGeom>
              <a:avLst/>
              <a:gdLst>
                <a:gd name="connsiteX0" fmla="*/ 139972 w 1147678"/>
                <a:gd name="connsiteY0" fmla="*/ 0 h 4973217"/>
                <a:gd name="connsiteX1" fmla="*/ 755793 w 1147678"/>
                <a:gd name="connsiteY1" fmla="*/ 466531 h 4973217"/>
                <a:gd name="connsiteX2" fmla="*/ 270601 w 1147678"/>
                <a:gd name="connsiteY2" fmla="*/ 1259633 h 4973217"/>
                <a:gd name="connsiteX3" fmla="*/ 737131 w 1147678"/>
                <a:gd name="connsiteY3" fmla="*/ 2155372 h 4973217"/>
                <a:gd name="connsiteX4" fmla="*/ 13 w 1147678"/>
                <a:gd name="connsiteY4" fmla="*/ 3200400 h 4973217"/>
                <a:gd name="connsiteX5" fmla="*/ 718470 w 1147678"/>
                <a:gd name="connsiteY5" fmla="*/ 4581331 h 4973217"/>
                <a:gd name="connsiteX6" fmla="*/ 1147678 w 1147678"/>
                <a:gd name="connsiteY6" fmla="*/ 4973217 h 497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7678" h="4973217">
                  <a:moveTo>
                    <a:pt x="139972" y="0"/>
                  </a:moveTo>
                  <a:cubicBezTo>
                    <a:pt x="436997" y="128296"/>
                    <a:pt x="734022" y="256592"/>
                    <a:pt x="755793" y="466531"/>
                  </a:cubicBezTo>
                  <a:cubicBezTo>
                    <a:pt x="777564" y="676470"/>
                    <a:pt x="273711" y="978160"/>
                    <a:pt x="270601" y="1259633"/>
                  </a:cubicBezTo>
                  <a:cubicBezTo>
                    <a:pt x="267491" y="1541106"/>
                    <a:pt x="782229" y="1831911"/>
                    <a:pt x="737131" y="2155372"/>
                  </a:cubicBezTo>
                  <a:cubicBezTo>
                    <a:pt x="692033" y="2478833"/>
                    <a:pt x="3123" y="2796074"/>
                    <a:pt x="13" y="3200400"/>
                  </a:cubicBezTo>
                  <a:cubicBezTo>
                    <a:pt x="-3097" y="3604727"/>
                    <a:pt x="527193" y="4285862"/>
                    <a:pt x="718470" y="4581331"/>
                  </a:cubicBezTo>
                  <a:cubicBezTo>
                    <a:pt x="909747" y="4876800"/>
                    <a:pt x="1028712" y="4925008"/>
                    <a:pt x="1147678" y="4973217"/>
                  </a:cubicBezTo>
                </a:path>
              </a:pathLst>
            </a:custGeom>
            <a:noFill/>
            <a:ln w="190500" cap="rnd">
              <a:solidFill>
                <a:srgbClr val="2C2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DB57987-2DB0-4DEF-BAB4-FDCC93E905AC}"/>
                </a:ext>
              </a:extLst>
            </p:cNvPr>
            <p:cNvSpPr/>
            <p:nvPr/>
          </p:nvSpPr>
          <p:spPr>
            <a:xfrm>
              <a:off x="167952" y="1087016"/>
              <a:ext cx="849085" cy="84908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96E98443-1C5D-4400-8C1A-29F45071AFA5}"/>
                </a:ext>
              </a:extLst>
            </p:cNvPr>
            <p:cNvSpPr/>
            <p:nvPr/>
          </p:nvSpPr>
          <p:spPr>
            <a:xfrm>
              <a:off x="641306" y="3422492"/>
              <a:ext cx="653143" cy="6531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Звезда: 5 точек 7">
              <a:extLst>
                <a:ext uri="{FF2B5EF4-FFF2-40B4-BE49-F238E27FC236}">
                  <a16:creationId xmlns:a16="http://schemas.microsoft.com/office/drawing/2014/main" id="{45E743D6-CBCC-4BEE-97EF-CB70935AE071}"/>
                </a:ext>
              </a:extLst>
            </p:cNvPr>
            <p:cNvSpPr/>
            <p:nvPr/>
          </p:nvSpPr>
          <p:spPr>
            <a:xfrm rot="1716815">
              <a:off x="507566" y="5562402"/>
              <a:ext cx="944898" cy="944898"/>
            </a:xfrm>
            <a:prstGeom prst="star5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44077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115876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Хранение данных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Для хранения данных применяется БД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SQLite</a:t>
            </a: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Управление БД происходит через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ORM.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В качестве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ORM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используется библиотека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SQLAlchemy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с надстройкой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SQLAlchemy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-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Serializer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для превращения данных в словари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В проекте присутствует 2-е базы данных: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user (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таблицы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: user, friendship), qa (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таблицы: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question, tag,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tag_to_question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, favorite, comment)</a:t>
            </a: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Применяются разнообразные связи между таблицами: один-к-многим, многие-к-многим и т. д.</a:t>
            </a:r>
          </a:p>
        </p:txBody>
      </p:sp>
    </p:spTree>
    <p:extLst>
      <p:ext uri="{BB962C8B-B14F-4D97-AF65-F5344CB8AC3E}">
        <p14:creationId xmlns:p14="http://schemas.microsoft.com/office/powerpoint/2010/main" val="646180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B69603-5C5D-4E65-AA91-E818252AA596}"/>
              </a:ext>
            </a:extLst>
          </p:cNvPr>
          <p:cNvSpPr txBox="1"/>
          <p:nvPr/>
        </p:nvSpPr>
        <p:spPr>
          <a:xfrm>
            <a:off x="0" y="0"/>
            <a:ext cx="40959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Bahnschrift" panose="020B0502040204020203" pitchFamily="34" charset="0"/>
              </a:rPr>
              <a:t>Структура БД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096AA6B7-BEEF-481E-AC97-B0298DE308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428183"/>
              </p:ext>
            </p:extLst>
          </p:nvPr>
        </p:nvGraphicFramePr>
        <p:xfrm>
          <a:off x="0" y="830997"/>
          <a:ext cx="12192000" cy="6027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31F2E82-8ABA-4D9F-A313-8E79D593CB73}"/>
              </a:ext>
            </a:extLst>
          </p:cNvPr>
          <p:cNvGrpSpPr/>
          <p:nvPr/>
        </p:nvGrpSpPr>
        <p:grpSpPr>
          <a:xfrm>
            <a:off x="9340345" y="152455"/>
            <a:ext cx="2350912" cy="807452"/>
            <a:chOff x="9340345" y="152455"/>
            <a:chExt cx="2350912" cy="807452"/>
          </a:xfrm>
        </p:grpSpPr>
        <p:sp>
          <p:nvSpPr>
            <p:cNvPr id="8" name="Ромб 7">
              <a:extLst>
                <a:ext uri="{FF2B5EF4-FFF2-40B4-BE49-F238E27FC236}">
                  <a16:creationId xmlns:a16="http://schemas.microsoft.com/office/drawing/2014/main" id="{3197FE86-9655-41AC-A39B-15701A298346}"/>
                </a:ext>
              </a:extLst>
            </p:cNvPr>
            <p:cNvSpPr/>
            <p:nvPr/>
          </p:nvSpPr>
          <p:spPr>
            <a:xfrm rot="819507">
              <a:off x="10036776" y="185840"/>
              <a:ext cx="1654481" cy="671804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Звезда: 4 точки 8">
              <a:extLst>
                <a:ext uri="{FF2B5EF4-FFF2-40B4-BE49-F238E27FC236}">
                  <a16:creationId xmlns:a16="http://schemas.microsoft.com/office/drawing/2014/main" id="{680948C0-CED2-4A6A-BE75-01DEDC7EBEA8}"/>
                </a:ext>
              </a:extLst>
            </p:cNvPr>
            <p:cNvSpPr/>
            <p:nvPr/>
          </p:nvSpPr>
          <p:spPr>
            <a:xfrm rot="20703946">
              <a:off x="9921750" y="213458"/>
              <a:ext cx="746449" cy="746449"/>
            </a:xfrm>
            <a:prstGeom prst="star4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C09464EE-8929-44F9-B8F6-4FA7AA6378D6}"/>
                </a:ext>
              </a:extLst>
            </p:cNvPr>
            <p:cNvSpPr/>
            <p:nvPr/>
          </p:nvSpPr>
          <p:spPr>
            <a:xfrm>
              <a:off x="9340345" y="152455"/>
              <a:ext cx="569167" cy="569167"/>
            </a:xfrm>
            <a:prstGeom prst="ellipse">
              <a:avLst/>
            </a:prstGeom>
            <a:solidFill>
              <a:srgbClr val="9CBEBD"/>
            </a:solidFill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9118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en-US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API</a:t>
            </a:r>
            <a:endParaRPr lang="ru-RU" sz="126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12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API</a:t>
            </a:r>
            <a:endParaRPr lang="ru-RU" sz="60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Как говорилось ранее, для общения модулей применяется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REST API</a:t>
            </a: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Приложение использует надстройку для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 – Flask-RESTful,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которое позволяет создавать собственные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API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ресурсы. Для обращения к своему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REST API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применяется библиотека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Requests</a:t>
            </a:r>
            <a:endParaRPr lang="ru-RU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Каждый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API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имеет свои валидаторы, парсеры, ресурсы</a:t>
            </a:r>
            <a:endParaRPr lang="en-US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API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построено на основе принципов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REST</a:t>
            </a:r>
            <a:endParaRPr lang="ru-RU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14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8BE6D6-A9BF-4BE7-A5DF-0AE58643D384}"/>
              </a:ext>
            </a:extLst>
          </p:cNvPr>
          <p:cNvSpPr txBox="1"/>
          <p:nvPr/>
        </p:nvSpPr>
        <p:spPr>
          <a:xfrm>
            <a:off x="0" y="0"/>
            <a:ext cx="58160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Bahnschrift" panose="020B0502040204020203" pitchFamily="34" charset="0"/>
              </a:rPr>
              <a:t>Структура </a:t>
            </a:r>
            <a:r>
              <a:rPr lang="en-US" sz="4800" dirty="0">
                <a:latin typeface="Bahnschrift" panose="020B0502040204020203" pitchFamily="34" charset="0"/>
              </a:rPr>
              <a:t>REST API</a:t>
            </a:r>
          </a:p>
          <a:p>
            <a:r>
              <a:rPr lang="ru-RU" sz="4800" dirty="0">
                <a:latin typeface="Bahnschrift" panose="020B0502040204020203" pitchFamily="34" charset="0"/>
              </a:rPr>
              <a:t>ресурса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B28F2F99-A567-4465-A423-53DB3F280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4063467"/>
              </p:ext>
            </p:extLst>
          </p:nvPr>
        </p:nvGraphicFramePr>
        <p:xfrm>
          <a:off x="2908008" y="190870"/>
          <a:ext cx="9298303" cy="6476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545EFF9-D457-4F44-95D0-C7DAA5D4F9E8}"/>
              </a:ext>
            </a:extLst>
          </p:cNvPr>
          <p:cNvGrpSpPr/>
          <p:nvPr/>
        </p:nvGrpSpPr>
        <p:grpSpPr>
          <a:xfrm rot="10074120">
            <a:off x="916157" y="1979451"/>
            <a:ext cx="1075697" cy="4539146"/>
            <a:chOff x="195944" y="1078292"/>
            <a:chExt cx="1284511" cy="5420283"/>
          </a:xfrm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B06365D1-3D77-4B46-BF58-32EC9DBACFBB}"/>
                </a:ext>
              </a:extLst>
            </p:cNvPr>
            <p:cNvSpPr/>
            <p:nvPr/>
          </p:nvSpPr>
          <p:spPr>
            <a:xfrm>
              <a:off x="317228" y="1502835"/>
              <a:ext cx="1147678" cy="4973217"/>
            </a:xfrm>
            <a:custGeom>
              <a:avLst/>
              <a:gdLst>
                <a:gd name="connsiteX0" fmla="*/ 139972 w 1147678"/>
                <a:gd name="connsiteY0" fmla="*/ 0 h 4973217"/>
                <a:gd name="connsiteX1" fmla="*/ 755793 w 1147678"/>
                <a:gd name="connsiteY1" fmla="*/ 466531 h 4973217"/>
                <a:gd name="connsiteX2" fmla="*/ 270601 w 1147678"/>
                <a:gd name="connsiteY2" fmla="*/ 1259633 h 4973217"/>
                <a:gd name="connsiteX3" fmla="*/ 737131 w 1147678"/>
                <a:gd name="connsiteY3" fmla="*/ 2155372 h 4973217"/>
                <a:gd name="connsiteX4" fmla="*/ 13 w 1147678"/>
                <a:gd name="connsiteY4" fmla="*/ 3200400 h 4973217"/>
                <a:gd name="connsiteX5" fmla="*/ 718470 w 1147678"/>
                <a:gd name="connsiteY5" fmla="*/ 4581331 h 4973217"/>
                <a:gd name="connsiteX6" fmla="*/ 1147678 w 1147678"/>
                <a:gd name="connsiteY6" fmla="*/ 4973217 h 497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7678" h="4973217">
                  <a:moveTo>
                    <a:pt x="139972" y="0"/>
                  </a:moveTo>
                  <a:cubicBezTo>
                    <a:pt x="436997" y="128296"/>
                    <a:pt x="734022" y="256592"/>
                    <a:pt x="755793" y="466531"/>
                  </a:cubicBezTo>
                  <a:cubicBezTo>
                    <a:pt x="777564" y="676470"/>
                    <a:pt x="273711" y="978160"/>
                    <a:pt x="270601" y="1259633"/>
                  </a:cubicBezTo>
                  <a:cubicBezTo>
                    <a:pt x="267491" y="1541106"/>
                    <a:pt x="782229" y="1831911"/>
                    <a:pt x="737131" y="2155372"/>
                  </a:cubicBezTo>
                  <a:cubicBezTo>
                    <a:pt x="692033" y="2478833"/>
                    <a:pt x="3123" y="2796074"/>
                    <a:pt x="13" y="3200400"/>
                  </a:cubicBezTo>
                  <a:cubicBezTo>
                    <a:pt x="-3097" y="3604727"/>
                    <a:pt x="527193" y="4285862"/>
                    <a:pt x="718470" y="4581331"/>
                  </a:cubicBezTo>
                  <a:cubicBezTo>
                    <a:pt x="909747" y="4876800"/>
                    <a:pt x="1028712" y="4925008"/>
                    <a:pt x="1147678" y="4973217"/>
                  </a:cubicBezTo>
                </a:path>
              </a:pathLst>
            </a:custGeom>
            <a:noFill/>
            <a:ln w="190500" cap="rnd">
              <a:solidFill>
                <a:srgbClr val="2C2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EFF3DBA6-A6BE-4D3A-9853-A112B38066C5}"/>
                </a:ext>
              </a:extLst>
            </p:cNvPr>
            <p:cNvSpPr/>
            <p:nvPr/>
          </p:nvSpPr>
          <p:spPr>
            <a:xfrm>
              <a:off x="195944" y="1078292"/>
              <a:ext cx="849085" cy="84908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454B3C4E-82FA-4F49-A781-DDAD51315C09}"/>
                </a:ext>
              </a:extLst>
            </p:cNvPr>
            <p:cNvSpPr/>
            <p:nvPr/>
          </p:nvSpPr>
          <p:spPr>
            <a:xfrm>
              <a:off x="669298" y="3413768"/>
              <a:ext cx="653143" cy="6531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Звезда: 5 точек 7">
              <a:extLst>
                <a:ext uri="{FF2B5EF4-FFF2-40B4-BE49-F238E27FC236}">
                  <a16:creationId xmlns:a16="http://schemas.microsoft.com/office/drawing/2014/main" id="{328F5ABD-AF8F-4E68-B8EF-F741BE30FE6E}"/>
                </a:ext>
              </a:extLst>
            </p:cNvPr>
            <p:cNvSpPr/>
            <p:nvPr/>
          </p:nvSpPr>
          <p:spPr>
            <a:xfrm rot="1716815">
              <a:off x="535558" y="5553678"/>
              <a:ext cx="944897" cy="944897"/>
            </a:xfrm>
            <a:prstGeom prst="star5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2574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en-US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COOKIE</a:t>
            </a:r>
            <a:endParaRPr lang="ru-RU" sz="126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702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Работа с </a:t>
            </a:r>
            <a:r>
              <a:rPr lang="en-US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Cookie</a:t>
            </a:r>
            <a:endParaRPr lang="ru-RU" sz="60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Для регистрации и авторизации пользователя используется надстройка для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 – Flask-Login.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Она сохраняет данные о пользователе в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Cookie</a:t>
            </a: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Также применяется ручная работа с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Cookie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через специальные объекты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 – Session (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Сессии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)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. Через них сохраняется история о посещении последних вопросов, которые отображаются в меню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665849A-2FF5-44DB-AADC-1A76006DE0F8}"/>
              </a:ext>
            </a:extLst>
          </p:cNvPr>
          <p:cNvGrpSpPr/>
          <p:nvPr/>
        </p:nvGrpSpPr>
        <p:grpSpPr>
          <a:xfrm flipH="1">
            <a:off x="1007739" y="4753830"/>
            <a:ext cx="9268408" cy="1933999"/>
            <a:chOff x="403523" y="4762945"/>
            <a:chExt cx="9438061" cy="1933999"/>
          </a:xfrm>
        </p:grpSpPr>
        <p:sp>
          <p:nvSpPr>
            <p:cNvPr id="8" name="Равнобедренный треугольник 7">
              <a:extLst>
                <a:ext uri="{FF2B5EF4-FFF2-40B4-BE49-F238E27FC236}">
                  <a16:creationId xmlns:a16="http://schemas.microsoft.com/office/drawing/2014/main" id="{1EBE2BDA-D0A9-4F0F-A818-61B60AC32BFD}"/>
                </a:ext>
              </a:extLst>
            </p:cNvPr>
            <p:cNvSpPr/>
            <p:nvPr/>
          </p:nvSpPr>
          <p:spPr>
            <a:xfrm>
              <a:off x="3296650" y="5012326"/>
              <a:ext cx="4000107" cy="1545976"/>
            </a:xfrm>
            <a:prstGeom prst="triangle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F6B792C-8598-4DC7-8DDF-E447B7382D24}"/>
                </a:ext>
              </a:extLst>
            </p:cNvPr>
            <p:cNvSpPr/>
            <p:nvPr/>
          </p:nvSpPr>
          <p:spPr>
            <a:xfrm rot="892025">
              <a:off x="403523" y="5359718"/>
              <a:ext cx="4721895" cy="537328"/>
            </a:xfrm>
            <a:prstGeom prst="rect">
              <a:avLst/>
            </a:prstGeom>
            <a:solidFill>
              <a:srgbClr val="4844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7FCB1B6-9951-4C1A-AAF2-CBF108259D30}"/>
                </a:ext>
              </a:extLst>
            </p:cNvPr>
            <p:cNvSpPr/>
            <p:nvPr/>
          </p:nvSpPr>
          <p:spPr>
            <a:xfrm>
              <a:off x="1508289" y="4762945"/>
              <a:ext cx="2053100" cy="1933999"/>
            </a:xfrm>
            <a:prstGeom prst="ellipse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C9DDF77D-D282-4B42-A29E-A4D1C773F783}"/>
                </a:ext>
              </a:extLst>
            </p:cNvPr>
            <p:cNvSpPr/>
            <p:nvPr/>
          </p:nvSpPr>
          <p:spPr>
            <a:xfrm>
              <a:off x="6542202" y="5021157"/>
              <a:ext cx="3299382" cy="962131"/>
            </a:xfrm>
            <a:custGeom>
              <a:avLst/>
              <a:gdLst>
                <a:gd name="connsiteX0" fmla="*/ 0 w 3299382"/>
                <a:gd name="connsiteY0" fmla="*/ 700913 h 962131"/>
                <a:gd name="connsiteX1" fmla="*/ 603316 w 3299382"/>
                <a:gd name="connsiteY1" fmla="*/ 3330 h 962131"/>
                <a:gd name="connsiteX2" fmla="*/ 1216058 w 3299382"/>
                <a:gd name="connsiteY2" fmla="*/ 955437 h 962131"/>
                <a:gd name="connsiteX3" fmla="*/ 2394408 w 3299382"/>
                <a:gd name="connsiteY3" fmla="*/ 446389 h 962131"/>
                <a:gd name="connsiteX4" fmla="*/ 3299382 w 3299382"/>
                <a:gd name="connsiteY4" fmla="*/ 823462 h 962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9382" h="962131">
                  <a:moveTo>
                    <a:pt x="0" y="700913"/>
                  </a:moveTo>
                  <a:cubicBezTo>
                    <a:pt x="200320" y="330911"/>
                    <a:pt x="400640" y="-39091"/>
                    <a:pt x="603316" y="3330"/>
                  </a:cubicBezTo>
                  <a:cubicBezTo>
                    <a:pt x="805992" y="45751"/>
                    <a:pt x="917543" y="881594"/>
                    <a:pt x="1216058" y="955437"/>
                  </a:cubicBezTo>
                  <a:cubicBezTo>
                    <a:pt x="1514573" y="1029280"/>
                    <a:pt x="2047187" y="468385"/>
                    <a:pt x="2394408" y="446389"/>
                  </a:cubicBezTo>
                  <a:cubicBezTo>
                    <a:pt x="2741629" y="424393"/>
                    <a:pt x="3020505" y="623927"/>
                    <a:pt x="3299382" y="823462"/>
                  </a:cubicBezTo>
                </a:path>
              </a:pathLst>
            </a:custGeom>
            <a:noFill/>
            <a:ln w="190500">
              <a:solidFill>
                <a:srgbClr val="4844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Звезда: 5 точек 12">
              <a:extLst>
                <a:ext uri="{FF2B5EF4-FFF2-40B4-BE49-F238E27FC236}">
                  <a16:creationId xmlns:a16="http://schemas.microsoft.com/office/drawing/2014/main" id="{8E598FA9-CFCD-4C3F-A295-ED450A460F50}"/>
                </a:ext>
              </a:extLst>
            </p:cNvPr>
            <p:cNvSpPr/>
            <p:nvPr/>
          </p:nvSpPr>
          <p:spPr>
            <a:xfrm rot="20630545">
              <a:off x="8446523" y="4891057"/>
              <a:ext cx="1277188" cy="1222329"/>
            </a:xfrm>
            <a:prstGeom prst="star5">
              <a:avLst/>
            </a:prstGeom>
            <a:solidFill>
              <a:srgbClr val="9CBEBD"/>
            </a:solidFill>
            <a:ln w="76200">
              <a:solidFill>
                <a:srgbClr val="F2F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3535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en-US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FRONTEND</a:t>
            </a:r>
            <a:endParaRPr lang="ru-RU" sz="126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065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Frontend</a:t>
            </a:r>
            <a:endParaRPr lang="ru-RU" sz="60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Для визуальной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(CSS/JavaScript)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части приложения применяется фреймворк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Bootstrap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. Некоторые стили написаны вручную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HTML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написан вручную с использованием </a:t>
            </a:r>
            <a:r>
              <a:rPr lang="ru-RU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шаблонизатора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Jinja2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для взаимодействия сервера с шаблонами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Также применяются формы для ввода данных из библиотек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WTForms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Flask-WTF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951537C-424F-456B-B157-AB418EC50623}"/>
              </a:ext>
            </a:extLst>
          </p:cNvPr>
          <p:cNvGrpSpPr/>
          <p:nvPr/>
        </p:nvGrpSpPr>
        <p:grpSpPr>
          <a:xfrm>
            <a:off x="3909526" y="5495731"/>
            <a:ext cx="6382139" cy="1277558"/>
            <a:chOff x="5477069" y="5495731"/>
            <a:chExt cx="6382139" cy="1277558"/>
          </a:xfrm>
        </p:grpSpPr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B981236F-993F-4BD4-A181-1C3E19713B9F}"/>
                </a:ext>
              </a:extLst>
            </p:cNvPr>
            <p:cNvSpPr/>
            <p:nvPr/>
          </p:nvSpPr>
          <p:spPr>
            <a:xfrm>
              <a:off x="5477069" y="5859427"/>
              <a:ext cx="6382139" cy="727985"/>
            </a:xfrm>
            <a:custGeom>
              <a:avLst/>
              <a:gdLst>
                <a:gd name="connsiteX0" fmla="*/ 0 w 6382139"/>
                <a:gd name="connsiteY0" fmla="*/ 727985 h 727985"/>
                <a:gd name="connsiteX1" fmla="*/ 634482 w 6382139"/>
                <a:gd name="connsiteY1" fmla="*/ 197 h 727985"/>
                <a:gd name="connsiteX2" fmla="*/ 1735494 w 6382139"/>
                <a:gd name="connsiteY2" fmla="*/ 653340 h 727985"/>
                <a:gd name="connsiteX3" fmla="*/ 4394719 w 6382139"/>
                <a:gd name="connsiteY3" fmla="*/ 513381 h 727985"/>
                <a:gd name="connsiteX4" fmla="*/ 5150498 w 6382139"/>
                <a:gd name="connsiteY4" fmla="*/ 102834 h 727985"/>
                <a:gd name="connsiteX5" fmla="*/ 6092890 w 6382139"/>
                <a:gd name="connsiteY5" fmla="*/ 569365 h 727985"/>
                <a:gd name="connsiteX6" fmla="*/ 6382139 w 6382139"/>
                <a:gd name="connsiteY6" fmla="*/ 270785 h 727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82139" h="727985">
                  <a:moveTo>
                    <a:pt x="0" y="727985"/>
                  </a:moveTo>
                  <a:cubicBezTo>
                    <a:pt x="172616" y="370311"/>
                    <a:pt x="345233" y="12638"/>
                    <a:pt x="634482" y="197"/>
                  </a:cubicBezTo>
                  <a:cubicBezTo>
                    <a:pt x="923731" y="-12244"/>
                    <a:pt x="1108788" y="567809"/>
                    <a:pt x="1735494" y="653340"/>
                  </a:cubicBezTo>
                  <a:cubicBezTo>
                    <a:pt x="2362200" y="738871"/>
                    <a:pt x="3825552" y="605132"/>
                    <a:pt x="4394719" y="513381"/>
                  </a:cubicBezTo>
                  <a:cubicBezTo>
                    <a:pt x="4963886" y="421630"/>
                    <a:pt x="4867470" y="93503"/>
                    <a:pt x="5150498" y="102834"/>
                  </a:cubicBezTo>
                  <a:cubicBezTo>
                    <a:pt x="5433527" y="112165"/>
                    <a:pt x="5887617" y="541373"/>
                    <a:pt x="6092890" y="569365"/>
                  </a:cubicBezTo>
                  <a:cubicBezTo>
                    <a:pt x="6298163" y="597357"/>
                    <a:pt x="6340151" y="434071"/>
                    <a:pt x="6382139" y="270785"/>
                  </a:cubicBezTo>
                </a:path>
              </a:pathLst>
            </a:custGeom>
            <a:noFill/>
            <a:ln w="190500" cap="rnd">
              <a:solidFill>
                <a:srgbClr val="2C2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F78E231-768A-46A7-AF2B-50B55C525DB7}"/>
                </a:ext>
              </a:extLst>
            </p:cNvPr>
            <p:cNvSpPr/>
            <p:nvPr/>
          </p:nvSpPr>
          <p:spPr>
            <a:xfrm rot="20398700">
              <a:off x="6074228" y="5570089"/>
              <a:ext cx="1539551" cy="913827"/>
            </a:xfrm>
            <a:prstGeom prst="rect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Равнобедренный треугольник 10">
              <a:extLst>
                <a:ext uri="{FF2B5EF4-FFF2-40B4-BE49-F238E27FC236}">
                  <a16:creationId xmlns:a16="http://schemas.microsoft.com/office/drawing/2014/main" id="{7245CE8D-C54A-4093-A3AC-2C23A4AE38CB}"/>
                </a:ext>
              </a:extLst>
            </p:cNvPr>
            <p:cNvSpPr/>
            <p:nvPr/>
          </p:nvSpPr>
          <p:spPr>
            <a:xfrm rot="1464812">
              <a:off x="10039739" y="5495731"/>
              <a:ext cx="1156996" cy="998375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BDA2C9C7-3E0B-4AA8-A184-343969995C81}"/>
                </a:ext>
              </a:extLst>
            </p:cNvPr>
            <p:cNvSpPr/>
            <p:nvPr/>
          </p:nvSpPr>
          <p:spPr>
            <a:xfrm>
              <a:off x="8034421" y="5944139"/>
              <a:ext cx="1267434" cy="829150"/>
            </a:xfrm>
            <a:prstGeom prst="ellipse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476888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БЕЗОПАСНОСТЬ</a:t>
            </a:r>
          </a:p>
        </p:txBody>
      </p:sp>
    </p:spTree>
    <p:extLst>
      <p:ext uri="{BB962C8B-B14F-4D97-AF65-F5344CB8AC3E}">
        <p14:creationId xmlns:p14="http://schemas.microsoft.com/office/powerpoint/2010/main" val="2980199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Безопасность приложения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Приложение предусматривает защиту от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CSRF-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атак через встроенные средства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Flask-WTF</a:t>
            </a: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Предусмотрена защита от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XSS-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атак при помощи библиотеки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Bleach</a:t>
            </a: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Настроена система против СПАМ атак (например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,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DDOS, Brute-Force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)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через лимиты на обработчики и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API-endpoints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через надстройку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 – Flask-Limiter</a:t>
            </a: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Загрузка изображений проходит через проверку имени,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MIME-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типа и расширения файла</a:t>
            </a:r>
            <a:endParaRPr lang="en-US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876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Безопасность приложения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Автоматически создаётся защита от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SQL-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инъекций из-за особенностей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SQLAlchemy</a:t>
            </a:r>
            <a:endParaRPr lang="en-US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  <a:p>
            <a:pPr algn="just"/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Используется библиотека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Werkzeug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для хеширования паролей пользователей, чтобы не хранить их в открытом виде в БД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Применяется настройка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 – Flask-Talisman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для дополнительной защиты (например, от </a:t>
            </a:r>
            <a:r>
              <a:rPr lang="ru-RU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кликджекинга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, загрузки вредных ресурсов)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F6CE615-72F1-451D-B4D5-80C2AE52FE4E}"/>
              </a:ext>
            </a:extLst>
          </p:cNvPr>
          <p:cNvGrpSpPr/>
          <p:nvPr/>
        </p:nvGrpSpPr>
        <p:grpSpPr>
          <a:xfrm rot="1152467" flipH="1">
            <a:off x="7688424" y="5537958"/>
            <a:ext cx="2379306" cy="807452"/>
            <a:chOff x="9340345" y="152455"/>
            <a:chExt cx="2350912" cy="807452"/>
          </a:xfrm>
        </p:grpSpPr>
        <p:sp>
          <p:nvSpPr>
            <p:cNvPr id="8" name="Ромб 7">
              <a:extLst>
                <a:ext uri="{FF2B5EF4-FFF2-40B4-BE49-F238E27FC236}">
                  <a16:creationId xmlns:a16="http://schemas.microsoft.com/office/drawing/2014/main" id="{A76490D4-ED67-4854-8C90-C9D5FB3D53BB}"/>
                </a:ext>
              </a:extLst>
            </p:cNvPr>
            <p:cNvSpPr/>
            <p:nvPr/>
          </p:nvSpPr>
          <p:spPr>
            <a:xfrm rot="819507">
              <a:off x="10036776" y="185840"/>
              <a:ext cx="1654481" cy="671804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Звезда: 4 точки 9">
              <a:extLst>
                <a:ext uri="{FF2B5EF4-FFF2-40B4-BE49-F238E27FC236}">
                  <a16:creationId xmlns:a16="http://schemas.microsoft.com/office/drawing/2014/main" id="{7684B84C-C08A-49FC-9210-9A5DF43E933A}"/>
                </a:ext>
              </a:extLst>
            </p:cNvPr>
            <p:cNvSpPr/>
            <p:nvPr/>
          </p:nvSpPr>
          <p:spPr>
            <a:xfrm rot="20703946">
              <a:off x="9921750" y="213458"/>
              <a:ext cx="746449" cy="746449"/>
            </a:xfrm>
            <a:prstGeom prst="star4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231993AB-1ED7-48A1-BBB4-AF6A12588B42}"/>
                </a:ext>
              </a:extLst>
            </p:cNvPr>
            <p:cNvSpPr/>
            <p:nvPr/>
          </p:nvSpPr>
          <p:spPr>
            <a:xfrm>
              <a:off x="9340345" y="152455"/>
              <a:ext cx="569167" cy="569167"/>
            </a:xfrm>
            <a:prstGeom prst="ellipse">
              <a:avLst/>
            </a:prstGeom>
            <a:solidFill>
              <a:srgbClr val="9CBEBD"/>
            </a:solidFill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66739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ХОСТИНГ</a:t>
            </a:r>
          </a:p>
        </p:txBody>
      </p:sp>
    </p:spTree>
    <p:extLst>
      <p:ext uri="{BB962C8B-B14F-4D97-AF65-F5344CB8AC3E}">
        <p14:creationId xmlns:p14="http://schemas.microsoft.com/office/powerpoint/2010/main" val="2974703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Хостинг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Хостинг проекта осуществляется через сервис </a:t>
            </a:r>
            <a:r>
              <a:rPr lang="en-US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localhost.run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(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бесплатный тариф)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.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В качестве сервера используется собственный компьютер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Также предусмотрен запуск через локальный хостинг (127.0.0.1)</a:t>
            </a: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Полная инструкция о запуске находится в файле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README.txt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F6BF2A0-6AF8-48F7-9151-96B74EBD0B60}"/>
              </a:ext>
            </a:extLst>
          </p:cNvPr>
          <p:cNvGrpSpPr/>
          <p:nvPr/>
        </p:nvGrpSpPr>
        <p:grpSpPr>
          <a:xfrm rot="21242574" flipH="1" flipV="1">
            <a:off x="2830284" y="4817932"/>
            <a:ext cx="7968343" cy="1502945"/>
            <a:chOff x="584461" y="5181424"/>
            <a:chExt cx="9225700" cy="1454926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DD277A94-B877-49BB-A535-9C6BB7CE76B0}"/>
                </a:ext>
              </a:extLst>
            </p:cNvPr>
            <p:cNvSpPr/>
            <p:nvPr/>
          </p:nvSpPr>
          <p:spPr>
            <a:xfrm>
              <a:off x="584461" y="5440557"/>
              <a:ext cx="4044099" cy="1111072"/>
            </a:xfrm>
            <a:prstGeom prst="rect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CEEE43AC-BB95-47EB-B4AA-8193950E79A3}"/>
                </a:ext>
              </a:extLst>
            </p:cNvPr>
            <p:cNvSpPr/>
            <p:nvPr/>
          </p:nvSpPr>
          <p:spPr>
            <a:xfrm>
              <a:off x="5649798" y="5561954"/>
              <a:ext cx="2856322" cy="787532"/>
            </a:xfrm>
            <a:custGeom>
              <a:avLst/>
              <a:gdLst>
                <a:gd name="connsiteX0" fmla="*/ 0 w 2856322"/>
                <a:gd name="connsiteY0" fmla="*/ 513990 h 787532"/>
                <a:gd name="connsiteX1" fmla="*/ 339365 w 2856322"/>
                <a:gd name="connsiteY1" fmla="*/ 4942 h 787532"/>
                <a:gd name="connsiteX2" fmla="*/ 1018095 w 2856322"/>
                <a:gd name="connsiteY2" fmla="*/ 787367 h 787532"/>
                <a:gd name="connsiteX3" fmla="*/ 1838227 w 2856322"/>
                <a:gd name="connsiteY3" fmla="*/ 80357 h 787532"/>
                <a:gd name="connsiteX4" fmla="*/ 2856322 w 2856322"/>
                <a:gd name="connsiteY4" fmla="*/ 702526 h 78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6322" h="787532">
                  <a:moveTo>
                    <a:pt x="0" y="513990"/>
                  </a:moveTo>
                  <a:cubicBezTo>
                    <a:pt x="84841" y="236684"/>
                    <a:pt x="169683" y="-40621"/>
                    <a:pt x="339365" y="4942"/>
                  </a:cubicBezTo>
                  <a:cubicBezTo>
                    <a:pt x="509047" y="50505"/>
                    <a:pt x="768285" y="774798"/>
                    <a:pt x="1018095" y="787367"/>
                  </a:cubicBezTo>
                  <a:cubicBezTo>
                    <a:pt x="1267905" y="799936"/>
                    <a:pt x="1531856" y="94497"/>
                    <a:pt x="1838227" y="80357"/>
                  </a:cubicBezTo>
                  <a:cubicBezTo>
                    <a:pt x="2144598" y="66217"/>
                    <a:pt x="2500460" y="384371"/>
                    <a:pt x="2856322" y="702526"/>
                  </a:cubicBezTo>
                </a:path>
              </a:pathLst>
            </a:custGeom>
            <a:noFill/>
            <a:ln w="190500">
              <a:solidFill>
                <a:srgbClr val="4844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Равнобедренный треугольник 10">
              <a:extLst>
                <a:ext uri="{FF2B5EF4-FFF2-40B4-BE49-F238E27FC236}">
                  <a16:creationId xmlns:a16="http://schemas.microsoft.com/office/drawing/2014/main" id="{46DE99D9-4920-44BF-BDB3-45F0C55B7453}"/>
                </a:ext>
              </a:extLst>
            </p:cNvPr>
            <p:cNvSpPr/>
            <p:nvPr/>
          </p:nvSpPr>
          <p:spPr>
            <a:xfrm rot="947285">
              <a:off x="4229304" y="5181424"/>
              <a:ext cx="2234152" cy="1065229"/>
            </a:xfrm>
            <a:prstGeom prst="triangle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ятиугольник 11">
              <a:extLst>
                <a:ext uri="{FF2B5EF4-FFF2-40B4-BE49-F238E27FC236}">
                  <a16:creationId xmlns:a16="http://schemas.microsoft.com/office/drawing/2014/main" id="{B2056965-3F46-4421-8EE2-11F1E6844144}"/>
                </a:ext>
              </a:extLst>
            </p:cNvPr>
            <p:cNvSpPr/>
            <p:nvPr/>
          </p:nvSpPr>
          <p:spPr>
            <a:xfrm rot="20763222">
              <a:off x="8110196" y="5226868"/>
              <a:ext cx="1699965" cy="1409482"/>
            </a:xfrm>
            <a:prstGeom prst="pentagon">
              <a:avLst/>
            </a:prstGeom>
            <a:solidFill>
              <a:srgbClr val="F2F27E"/>
            </a:solidFill>
            <a:ln w="76200">
              <a:solidFill>
                <a:srgbClr val="9CBE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37188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BE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en-US" sz="12600" b="1" dirty="0">
                <a:solidFill>
                  <a:srgbClr val="F2F27E"/>
                </a:solidFill>
                <a:latin typeface="Bahnschrift" panose="020B0502040204020203" pitchFamily="34" charset="0"/>
              </a:rPr>
              <a:t>VCS</a:t>
            </a:r>
            <a:endParaRPr lang="ru-RU" sz="12600" b="1" dirty="0">
              <a:solidFill>
                <a:srgbClr val="F2F27E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174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Система контроля версий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В качестве системы контроля версий используется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Git</a:t>
            </a:r>
            <a:endParaRPr lang="ru-RU" sz="3200" dirty="0">
              <a:solidFill>
                <a:srgbClr val="2E2B21"/>
              </a:solidFill>
              <a:latin typeface="Bahnschrift" panose="020B0502040204020203" pitchFamily="34" charset="0"/>
            </a:endParaRPr>
          </a:p>
          <a:p>
            <a:pPr algn="just"/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	Удалённый репозиторий находится на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GitHub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по ссылке </a:t>
            </a:r>
            <a:r>
              <a:rPr lang="en-US" sz="3200" b="1" u="sng" dirty="0">
                <a:solidFill>
                  <a:srgbClr val="2E2B21"/>
                </a:solidFill>
                <a:latin typeface="Bahnschrift" panose="020B0502040204020203" pitchFamily="34" charset="0"/>
                <a:hlinkClick r:id="rId2"/>
              </a:rPr>
              <a:t>https://github.com/Yarbick/AskAndLearn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. Клонировать репозиторий можно по ссылке </a:t>
            </a:r>
            <a:r>
              <a:rPr lang="en-US" sz="3200" b="1" u="sng" dirty="0">
                <a:solidFill>
                  <a:srgbClr val="2E2B21"/>
                </a:solidFill>
                <a:latin typeface="Bahnschrift" panose="020B0502040204020203" pitchFamily="34" charset="0"/>
                <a:hlinkClick r:id="rId3"/>
              </a:rPr>
              <a:t>https://github.com/Yarbick/AskAndLearn.git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через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Git</a:t>
            </a:r>
            <a:endParaRPr lang="en-US" sz="3200" b="1" u="sng" dirty="0">
              <a:solidFill>
                <a:srgbClr val="2E2B2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6626244-A225-4C68-939A-9F37A1AE5160}"/>
              </a:ext>
            </a:extLst>
          </p:cNvPr>
          <p:cNvGrpSpPr/>
          <p:nvPr/>
        </p:nvGrpSpPr>
        <p:grpSpPr>
          <a:xfrm>
            <a:off x="1041919" y="5185486"/>
            <a:ext cx="1324715" cy="1070688"/>
            <a:chOff x="267478" y="418458"/>
            <a:chExt cx="1324715" cy="1070688"/>
          </a:xfrm>
        </p:grpSpPr>
        <p:sp>
          <p:nvSpPr>
            <p:cNvPr id="8" name="Равнобедренный треугольник 7">
              <a:extLst>
                <a:ext uri="{FF2B5EF4-FFF2-40B4-BE49-F238E27FC236}">
                  <a16:creationId xmlns:a16="http://schemas.microsoft.com/office/drawing/2014/main" id="{CCB389C1-07AC-4BAF-8924-B0B8E9674554}"/>
                </a:ext>
              </a:extLst>
            </p:cNvPr>
            <p:cNvSpPr/>
            <p:nvPr/>
          </p:nvSpPr>
          <p:spPr>
            <a:xfrm rot="2019484">
              <a:off x="640471" y="418458"/>
              <a:ext cx="951722" cy="825759"/>
            </a:xfrm>
            <a:prstGeom prst="triangle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DF2E56D9-1076-4F5B-B3A6-490CE08D7D49}"/>
                </a:ext>
              </a:extLst>
            </p:cNvPr>
            <p:cNvSpPr/>
            <p:nvPr/>
          </p:nvSpPr>
          <p:spPr>
            <a:xfrm>
              <a:off x="267478" y="1069268"/>
              <a:ext cx="419878" cy="41987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везда: 5 точек 1">
            <a:extLst>
              <a:ext uri="{FF2B5EF4-FFF2-40B4-BE49-F238E27FC236}">
                <a16:creationId xmlns:a16="http://schemas.microsoft.com/office/drawing/2014/main" id="{4C78F2BD-4D4A-4EFE-93CA-D3CEE189AD1B}"/>
              </a:ext>
            </a:extLst>
          </p:cNvPr>
          <p:cNvSpPr/>
          <p:nvPr/>
        </p:nvSpPr>
        <p:spPr>
          <a:xfrm rot="20159960">
            <a:off x="9107267" y="5211374"/>
            <a:ext cx="1249842" cy="1249842"/>
          </a:xfrm>
          <a:prstGeom prst="star5">
            <a:avLst/>
          </a:prstGeom>
          <a:solidFill>
            <a:srgbClr val="F2F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169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3600" b="1" dirty="0">
                <a:solidFill>
                  <a:schemeClr val="bg1"/>
                </a:solidFill>
                <a:latin typeface="Bahnschrift" panose="020B0502040204020203" pitchFamily="34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4135422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Выводы по работе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Узнал больше о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Web-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разработке, а в частности о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Backend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части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Научился работать с фреймворком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Узнал о разных способах хостинга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Сделал начинания в проектировании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Web-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приложений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Изучил разнообразные атаки на сайты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F40F660-368C-4732-8837-8BC68ED9F112}"/>
              </a:ext>
            </a:extLst>
          </p:cNvPr>
          <p:cNvGrpSpPr/>
          <p:nvPr/>
        </p:nvGrpSpPr>
        <p:grpSpPr>
          <a:xfrm>
            <a:off x="1194720" y="5526888"/>
            <a:ext cx="2350912" cy="807452"/>
            <a:chOff x="9340345" y="152455"/>
            <a:chExt cx="2350912" cy="807452"/>
          </a:xfrm>
        </p:grpSpPr>
        <p:sp>
          <p:nvSpPr>
            <p:cNvPr id="8" name="Ромб 7">
              <a:extLst>
                <a:ext uri="{FF2B5EF4-FFF2-40B4-BE49-F238E27FC236}">
                  <a16:creationId xmlns:a16="http://schemas.microsoft.com/office/drawing/2014/main" id="{431D725C-93D0-4FA0-9551-2D67812CA8D4}"/>
                </a:ext>
              </a:extLst>
            </p:cNvPr>
            <p:cNvSpPr/>
            <p:nvPr/>
          </p:nvSpPr>
          <p:spPr>
            <a:xfrm rot="819507">
              <a:off x="10036776" y="185840"/>
              <a:ext cx="1654481" cy="671804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Звезда: 4 точки 9">
              <a:extLst>
                <a:ext uri="{FF2B5EF4-FFF2-40B4-BE49-F238E27FC236}">
                  <a16:creationId xmlns:a16="http://schemas.microsoft.com/office/drawing/2014/main" id="{B205DE23-FD31-43EB-9339-CFB28E9E52DD}"/>
                </a:ext>
              </a:extLst>
            </p:cNvPr>
            <p:cNvSpPr/>
            <p:nvPr/>
          </p:nvSpPr>
          <p:spPr>
            <a:xfrm rot="20703946">
              <a:off x="9921750" y="213458"/>
              <a:ext cx="746449" cy="746449"/>
            </a:xfrm>
            <a:prstGeom prst="star4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0D00E80A-0B6E-419C-93C7-94497690261A}"/>
                </a:ext>
              </a:extLst>
            </p:cNvPr>
            <p:cNvSpPr/>
            <p:nvPr/>
          </p:nvSpPr>
          <p:spPr>
            <a:xfrm>
              <a:off x="9340345" y="152455"/>
              <a:ext cx="569167" cy="569167"/>
            </a:xfrm>
            <a:prstGeom prst="ellipse">
              <a:avLst/>
            </a:prstGeom>
            <a:solidFill>
              <a:srgbClr val="9CBEBD"/>
            </a:solidFill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17056AD-0B6B-4EB4-B998-2A670C13369E}"/>
              </a:ext>
            </a:extLst>
          </p:cNvPr>
          <p:cNvGrpSpPr/>
          <p:nvPr/>
        </p:nvGrpSpPr>
        <p:grpSpPr>
          <a:xfrm rot="4557224">
            <a:off x="8767911" y="3902587"/>
            <a:ext cx="769862" cy="3248602"/>
            <a:chOff x="167952" y="1087016"/>
            <a:chExt cx="1284512" cy="5420284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32E6AFAA-66D9-4DCF-8B9D-7B28A3F8014C}"/>
                </a:ext>
              </a:extLst>
            </p:cNvPr>
            <p:cNvSpPr/>
            <p:nvPr/>
          </p:nvSpPr>
          <p:spPr>
            <a:xfrm>
              <a:off x="289236" y="1511559"/>
              <a:ext cx="1147678" cy="4973217"/>
            </a:xfrm>
            <a:custGeom>
              <a:avLst/>
              <a:gdLst>
                <a:gd name="connsiteX0" fmla="*/ 139972 w 1147678"/>
                <a:gd name="connsiteY0" fmla="*/ 0 h 4973217"/>
                <a:gd name="connsiteX1" fmla="*/ 755793 w 1147678"/>
                <a:gd name="connsiteY1" fmla="*/ 466531 h 4973217"/>
                <a:gd name="connsiteX2" fmla="*/ 270601 w 1147678"/>
                <a:gd name="connsiteY2" fmla="*/ 1259633 h 4973217"/>
                <a:gd name="connsiteX3" fmla="*/ 737131 w 1147678"/>
                <a:gd name="connsiteY3" fmla="*/ 2155372 h 4973217"/>
                <a:gd name="connsiteX4" fmla="*/ 13 w 1147678"/>
                <a:gd name="connsiteY4" fmla="*/ 3200400 h 4973217"/>
                <a:gd name="connsiteX5" fmla="*/ 718470 w 1147678"/>
                <a:gd name="connsiteY5" fmla="*/ 4581331 h 4973217"/>
                <a:gd name="connsiteX6" fmla="*/ 1147678 w 1147678"/>
                <a:gd name="connsiteY6" fmla="*/ 4973217 h 497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7678" h="4973217">
                  <a:moveTo>
                    <a:pt x="139972" y="0"/>
                  </a:moveTo>
                  <a:cubicBezTo>
                    <a:pt x="436997" y="128296"/>
                    <a:pt x="734022" y="256592"/>
                    <a:pt x="755793" y="466531"/>
                  </a:cubicBezTo>
                  <a:cubicBezTo>
                    <a:pt x="777564" y="676470"/>
                    <a:pt x="273711" y="978160"/>
                    <a:pt x="270601" y="1259633"/>
                  </a:cubicBezTo>
                  <a:cubicBezTo>
                    <a:pt x="267491" y="1541106"/>
                    <a:pt x="782229" y="1831911"/>
                    <a:pt x="737131" y="2155372"/>
                  </a:cubicBezTo>
                  <a:cubicBezTo>
                    <a:pt x="692033" y="2478833"/>
                    <a:pt x="3123" y="2796074"/>
                    <a:pt x="13" y="3200400"/>
                  </a:cubicBezTo>
                  <a:cubicBezTo>
                    <a:pt x="-3097" y="3604727"/>
                    <a:pt x="527193" y="4285862"/>
                    <a:pt x="718470" y="4581331"/>
                  </a:cubicBezTo>
                  <a:cubicBezTo>
                    <a:pt x="909747" y="4876800"/>
                    <a:pt x="1028712" y="4925008"/>
                    <a:pt x="1147678" y="4973217"/>
                  </a:cubicBezTo>
                </a:path>
              </a:pathLst>
            </a:custGeom>
            <a:noFill/>
            <a:ln w="190500" cap="rnd">
              <a:solidFill>
                <a:srgbClr val="2C2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63364E28-C557-4EB7-85F9-85E24322B76E}"/>
                </a:ext>
              </a:extLst>
            </p:cNvPr>
            <p:cNvSpPr/>
            <p:nvPr/>
          </p:nvSpPr>
          <p:spPr>
            <a:xfrm>
              <a:off x="167952" y="1087016"/>
              <a:ext cx="849085" cy="84908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B1FCCB6-8F53-4B83-B518-2C300BDFB933}"/>
                </a:ext>
              </a:extLst>
            </p:cNvPr>
            <p:cNvSpPr/>
            <p:nvPr/>
          </p:nvSpPr>
          <p:spPr>
            <a:xfrm>
              <a:off x="641306" y="3422492"/>
              <a:ext cx="653143" cy="6531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Звезда: 5 точек 15">
              <a:extLst>
                <a:ext uri="{FF2B5EF4-FFF2-40B4-BE49-F238E27FC236}">
                  <a16:creationId xmlns:a16="http://schemas.microsoft.com/office/drawing/2014/main" id="{B4461D3D-72BA-49F8-9392-6E672D0A15B1}"/>
                </a:ext>
              </a:extLst>
            </p:cNvPr>
            <p:cNvSpPr/>
            <p:nvPr/>
          </p:nvSpPr>
          <p:spPr>
            <a:xfrm rot="1716815">
              <a:off x="507566" y="5562402"/>
              <a:ext cx="944898" cy="944898"/>
            </a:xfrm>
            <a:prstGeom prst="star5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11900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682E36-89D8-42D8-8B0F-A188F6817C30}"/>
              </a:ext>
            </a:extLst>
          </p:cNvPr>
          <p:cNvSpPr/>
          <p:nvPr/>
        </p:nvSpPr>
        <p:spPr>
          <a:xfrm>
            <a:off x="0" y="-8385"/>
            <a:ext cx="11283885" cy="1015662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05A64-8DE2-40B7-8DC8-FAE637200701}"/>
              </a:ext>
            </a:extLst>
          </p:cNvPr>
          <p:cNvSpPr txBox="1"/>
          <p:nvPr/>
        </p:nvSpPr>
        <p:spPr>
          <a:xfrm>
            <a:off x="0" y="0"/>
            <a:ext cx="11283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000" b="1" dirty="0">
                <a:solidFill>
                  <a:srgbClr val="F2F27E"/>
                </a:solidFill>
                <a:latin typeface="Bahnschrift" panose="020B0502040204020203" pitchFamily="34" charset="0"/>
              </a:rPr>
              <a:t>Возможности для развития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926D158-A29D-4089-9793-F83B19297CCB}"/>
              </a:ext>
            </a:extLst>
          </p:cNvPr>
          <p:cNvCxnSpPr>
            <a:cxnSpLocks/>
          </p:cNvCxnSpPr>
          <p:nvPr/>
        </p:nvCxnSpPr>
        <p:spPr>
          <a:xfrm>
            <a:off x="0" y="1015663"/>
            <a:ext cx="12192000" cy="0"/>
          </a:xfrm>
          <a:prstGeom prst="line">
            <a:avLst/>
          </a:prstGeom>
          <a:ln w="76200">
            <a:solidFill>
              <a:srgbClr val="2E2B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5CDE26-77FB-4E5E-8231-F3DEBD0B1DB6}"/>
              </a:ext>
            </a:extLst>
          </p:cNvPr>
          <p:cNvSpPr/>
          <p:nvPr/>
        </p:nvSpPr>
        <p:spPr>
          <a:xfrm>
            <a:off x="11283885" y="0"/>
            <a:ext cx="908115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C5B88-5A98-44E8-9BB7-A5FCB06B1108}"/>
              </a:ext>
            </a:extLst>
          </p:cNvPr>
          <p:cNvSpPr txBox="1"/>
          <p:nvPr/>
        </p:nvSpPr>
        <p:spPr>
          <a:xfrm>
            <a:off x="499621" y="1137170"/>
            <a:ext cx="107842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Изменить хостинг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Усилить безопасность приложения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Добавить больше функционала на сайт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Поменять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Flask-Login 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на </a:t>
            </a:r>
            <a:r>
              <a:rPr lang="en-US" sz="3200" dirty="0">
                <a:solidFill>
                  <a:srgbClr val="2E2B21"/>
                </a:solidFill>
                <a:latin typeface="Bahnschrift" panose="020B0502040204020203" pitchFamily="34" charset="0"/>
              </a:rPr>
              <a:t>JWT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Улучшить визуальную часть сайта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Сделать упор в </a:t>
            </a:r>
            <a:r>
              <a:rPr lang="ru-RU" sz="3200" dirty="0" err="1">
                <a:solidFill>
                  <a:srgbClr val="2E2B21"/>
                </a:solidFill>
                <a:latin typeface="Bahnschrift" panose="020B0502040204020203" pitchFamily="34" charset="0"/>
              </a:rPr>
              <a:t>микросервисную</a:t>
            </a:r>
            <a:r>
              <a:rPr lang="ru-RU" sz="3200" dirty="0">
                <a:solidFill>
                  <a:srgbClr val="2E2B21"/>
                </a:solidFill>
                <a:latin typeface="Bahnschrift" panose="020B0502040204020203" pitchFamily="34" charset="0"/>
              </a:rPr>
              <a:t> архитектуру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DFDD85BB-645B-4AD0-9478-A6EBBE7DFCD1}"/>
              </a:ext>
            </a:extLst>
          </p:cNvPr>
          <p:cNvGrpSpPr/>
          <p:nvPr/>
        </p:nvGrpSpPr>
        <p:grpSpPr>
          <a:xfrm rot="449385">
            <a:off x="1770580" y="4927530"/>
            <a:ext cx="7742723" cy="1586599"/>
            <a:chOff x="403523" y="4762945"/>
            <a:chExt cx="9438061" cy="1933999"/>
          </a:xfrm>
        </p:grpSpPr>
        <p:sp>
          <p:nvSpPr>
            <p:cNvPr id="8" name="Равнобедренный треугольник 7">
              <a:extLst>
                <a:ext uri="{FF2B5EF4-FFF2-40B4-BE49-F238E27FC236}">
                  <a16:creationId xmlns:a16="http://schemas.microsoft.com/office/drawing/2014/main" id="{0693D43B-AECC-42C9-9752-5029EEACD991}"/>
                </a:ext>
              </a:extLst>
            </p:cNvPr>
            <p:cNvSpPr/>
            <p:nvPr/>
          </p:nvSpPr>
          <p:spPr>
            <a:xfrm>
              <a:off x="3296650" y="5012326"/>
              <a:ext cx="4000107" cy="1545976"/>
            </a:xfrm>
            <a:prstGeom prst="triangle">
              <a:avLst/>
            </a:prstGeom>
            <a:solidFill>
              <a:srgbClr val="9CB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C62F0B4-D4E1-45AA-897D-339EE962E3AC}"/>
                </a:ext>
              </a:extLst>
            </p:cNvPr>
            <p:cNvSpPr/>
            <p:nvPr/>
          </p:nvSpPr>
          <p:spPr>
            <a:xfrm rot="892025">
              <a:off x="403523" y="5359718"/>
              <a:ext cx="4721895" cy="537328"/>
            </a:xfrm>
            <a:prstGeom prst="rect">
              <a:avLst/>
            </a:prstGeom>
            <a:solidFill>
              <a:srgbClr val="4844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521D695-CCB3-40FB-8DF1-BE5B01C9848B}"/>
                </a:ext>
              </a:extLst>
            </p:cNvPr>
            <p:cNvSpPr/>
            <p:nvPr/>
          </p:nvSpPr>
          <p:spPr>
            <a:xfrm>
              <a:off x="1508289" y="4762945"/>
              <a:ext cx="2053100" cy="1933999"/>
            </a:xfrm>
            <a:prstGeom prst="ellipse">
              <a:avLst/>
            </a:prstGeom>
            <a:solidFill>
              <a:srgbClr val="F2F2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B490FA0A-4F30-4F3B-8477-98A616AC5305}"/>
                </a:ext>
              </a:extLst>
            </p:cNvPr>
            <p:cNvSpPr/>
            <p:nvPr/>
          </p:nvSpPr>
          <p:spPr>
            <a:xfrm>
              <a:off x="6542202" y="5021157"/>
              <a:ext cx="3299382" cy="962131"/>
            </a:xfrm>
            <a:custGeom>
              <a:avLst/>
              <a:gdLst>
                <a:gd name="connsiteX0" fmla="*/ 0 w 3299382"/>
                <a:gd name="connsiteY0" fmla="*/ 700913 h 962131"/>
                <a:gd name="connsiteX1" fmla="*/ 603316 w 3299382"/>
                <a:gd name="connsiteY1" fmla="*/ 3330 h 962131"/>
                <a:gd name="connsiteX2" fmla="*/ 1216058 w 3299382"/>
                <a:gd name="connsiteY2" fmla="*/ 955437 h 962131"/>
                <a:gd name="connsiteX3" fmla="*/ 2394408 w 3299382"/>
                <a:gd name="connsiteY3" fmla="*/ 446389 h 962131"/>
                <a:gd name="connsiteX4" fmla="*/ 3299382 w 3299382"/>
                <a:gd name="connsiteY4" fmla="*/ 823462 h 962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9382" h="962131">
                  <a:moveTo>
                    <a:pt x="0" y="700913"/>
                  </a:moveTo>
                  <a:cubicBezTo>
                    <a:pt x="200320" y="330911"/>
                    <a:pt x="400640" y="-39091"/>
                    <a:pt x="603316" y="3330"/>
                  </a:cubicBezTo>
                  <a:cubicBezTo>
                    <a:pt x="805992" y="45751"/>
                    <a:pt x="917543" y="881594"/>
                    <a:pt x="1216058" y="955437"/>
                  </a:cubicBezTo>
                  <a:cubicBezTo>
                    <a:pt x="1514573" y="1029280"/>
                    <a:pt x="2047187" y="468385"/>
                    <a:pt x="2394408" y="446389"/>
                  </a:cubicBezTo>
                  <a:cubicBezTo>
                    <a:pt x="2741629" y="424393"/>
                    <a:pt x="3020505" y="623927"/>
                    <a:pt x="3299382" y="823462"/>
                  </a:cubicBezTo>
                </a:path>
              </a:pathLst>
            </a:custGeom>
            <a:noFill/>
            <a:ln w="190500">
              <a:solidFill>
                <a:srgbClr val="4844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Звезда: 5 точек 12">
              <a:extLst>
                <a:ext uri="{FF2B5EF4-FFF2-40B4-BE49-F238E27FC236}">
                  <a16:creationId xmlns:a16="http://schemas.microsoft.com/office/drawing/2014/main" id="{FBD9366C-9CF0-4031-8854-D24779CB09B9}"/>
                </a:ext>
              </a:extLst>
            </p:cNvPr>
            <p:cNvSpPr/>
            <p:nvPr/>
          </p:nvSpPr>
          <p:spPr>
            <a:xfrm rot="20630545">
              <a:off x="8446523" y="4891057"/>
              <a:ext cx="1277188" cy="1222329"/>
            </a:xfrm>
            <a:prstGeom prst="star5">
              <a:avLst/>
            </a:prstGeom>
            <a:solidFill>
              <a:srgbClr val="9CBEBD"/>
            </a:solidFill>
            <a:ln w="76200">
              <a:solidFill>
                <a:srgbClr val="F2F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0172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A7855-9D5A-46EF-A9BB-56591739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6845"/>
            <a:ext cx="12192000" cy="1964310"/>
          </a:xfrm>
        </p:spPr>
        <p:txBody>
          <a:bodyPr>
            <a:noAutofit/>
          </a:bodyPr>
          <a:lstStyle/>
          <a:p>
            <a:pPr algn="ctr"/>
            <a:r>
              <a:rPr lang="ru-RU" sz="13600" b="1" dirty="0">
                <a:solidFill>
                  <a:schemeClr val="bg1"/>
                </a:solidFill>
                <a:latin typeface="Bahnschrift" panose="020B0502040204020203" pitchFamily="34" charset="0"/>
              </a:rPr>
              <a:t>КОНЕЦ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2EEB5-7236-43CA-A9BA-FEAB76E13FFD}"/>
              </a:ext>
            </a:extLst>
          </p:cNvPr>
          <p:cNvSpPr txBox="1"/>
          <p:nvPr/>
        </p:nvSpPr>
        <p:spPr>
          <a:xfrm>
            <a:off x="2840140" y="6391470"/>
            <a:ext cx="651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2C281F"/>
                </a:solidFill>
                <a:latin typeface="Bahnschrift" panose="020B0502040204020203" pitchFamily="34" charset="0"/>
              </a:rPr>
              <a:t>«Лишь сдав проект мы по-настоящему обретаем свободу»</a:t>
            </a:r>
          </a:p>
        </p:txBody>
      </p:sp>
    </p:spTree>
    <p:extLst>
      <p:ext uri="{BB962C8B-B14F-4D97-AF65-F5344CB8AC3E}">
        <p14:creationId xmlns:p14="http://schemas.microsoft.com/office/powerpoint/2010/main" val="1796295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Интеграл">
  <a:themeElements>
    <a:clrScheme name="Другая 1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Тема Office">
  <a:themeElements>
    <a:clrScheme name="Другая 1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373</TotalTime>
  <Words>838</Words>
  <Application>Microsoft Office PowerPoint</Application>
  <PresentationFormat>Широкоэкранный</PresentationFormat>
  <Paragraphs>168</Paragraphs>
  <Slides>34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34</vt:i4>
      </vt:variant>
    </vt:vector>
  </HeadingPairs>
  <TitlesOfParts>
    <vt:vector size="44" baseType="lpstr">
      <vt:lpstr>Arial</vt:lpstr>
      <vt:lpstr>Bahnschrift</vt:lpstr>
      <vt:lpstr>Calibri</vt:lpstr>
      <vt:lpstr>Calibri Light</vt:lpstr>
      <vt:lpstr>Tw Cen MT</vt:lpstr>
      <vt:lpstr>Tw Cen MT Condensed</vt:lpstr>
      <vt:lpstr>Wingdings</vt:lpstr>
      <vt:lpstr>Wingdings 3</vt:lpstr>
      <vt:lpstr>1_Интеграл</vt:lpstr>
      <vt:lpstr>Тема Office</vt:lpstr>
      <vt:lpstr>Ask&amp;Learn</vt:lpstr>
      <vt:lpstr>ВВЕДЕНИЕ</vt:lpstr>
      <vt:lpstr>Презентация PowerPoint</vt:lpstr>
      <vt:lpstr>Презентация PowerPoint</vt:lpstr>
      <vt:lpstr>РЕАЛИЗАЦИЯ</vt:lpstr>
      <vt:lpstr>ТЕХНОЛОГИИ</vt:lpstr>
      <vt:lpstr>Презентация PowerPoint</vt:lpstr>
      <vt:lpstr>Презентация PowerPoint</vt:lpstr>
      <vt:lpstr>Презентация PowerPoint</vt:lpstr>
      <vt:lpstr>СТРУКТУРА</vt:lpstr>
      <vt:lpstr>Презентация PowerPoint</vt:lpstr>
      <vt:lpstr>Презентация PowerPoint</vt:lpstr>
      <vt:lpstr>Презентация PowerPoint</vt:lpstr>
      <vt:lpstr>ДАННЫЕ</vt:lpstr>
      <vt:lpstr>Презентация PowerPoint</vt:lpstr>
      <vt:lpstr>Презентация PowerPoint</vt:lpstr>
      <vt:lpstr>API</vt:lpstr>
      <vt:lpstr>Презентация PowerPoint</vt:lpstr>
      <vt:lpstr>Презентация PowerPoint</vt:lpstr>
      <vt:lpstr>COOKIE</vt:lpstr>
      <vt:lpstr>Презентация PowerPoint</vt:lpstr>
      <vt:lpstr>FRONTEND</vt:lpstr>
      <vt:lpstr>Презентация PowerPoint</vt:lpstr>
      <vt:lpstr>БЕЗОПАСНОСТЬ</vt:lpstr>
      <vt:lpstr>Презентация PowerPoint</vt:lpstr>
      <vt:lpstr>Презентация PowerPoint</vt:lpstr>
      <vt:lpstr>ХОСТИНГ</vt:lpstr>
      <vt:lpstr>Презентация PowerPoint</vt:lpstr>
      <vt:lpstr>VCS</vt:lpstr>
      <vt:lpstr>Презентация PowerPoint</vt:lpstr>
      <vt:lpstr>ЗАКЛЮЧЕНИЕ</vt:lpstr>
      <vt:lpstr>Презентация PowerPoint</vt:lpstr>
      <vt:lpstr>Презентация PowerPoint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Ask&amp;Learn</dc:title>
  <dc:creator>Саида Ярбилова</dc:creator>
  <cp:lastModifiedBy>Саида Ярбилова</cp:lastModifiedBy>
  <cp:revision>43</cp:revision>
  <dcterms:created xsi:type="dcterms:W3CDTF">2026-05-06T19:02:12Z</dcterms:created>
  <dcterms:modified xsi:type="dcterms:W3CDTF">2026-05-07T19:12:02Z</dcterms:modified>
</cp:coreProperties>
</file>